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81" r:id="rId2"/>
    <p:sldId id="257" r:id="rId3"/>
    <p:sldId id="294" r:id="rId4"/>
    <p:sldId id="286" r:id="rId5"/>
    <p:sldId id="283" r:id="rId6"/>
    <p:sldId id="290" r:id="rId7"/>
    <p:sldId id="289" r:id="rId8"/>
    <p:sldId id="261" r:id="rId9"/>
    <p:sldId id="263" r:id="rId10"/>
    <p:sldId id="285" r:id="rId11"/>
    <p:sldId id="288" r:id="rId12"/>
    <p:sldId id="287" r:id="rId13"/>
    <p:sldId id="262" r:id="rId14"/>
    <p:sldId id="265" r:id="rId15"/>
    <p:sldId id="266" r:id="rId16"/>
    <p:sldId id="282" r:id="rId17"/>
  </p:sldIdLst>
  <p:sldSz cx="9144000" cy="5143500" type="screen16x9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88EB9B-C672-7645-8155-1C766A68223F}" v="51" dt="2026-06-08T13:20:0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2775"/>
  </p:normalViewPr>
  <p:slideViewPr>
    <p:cSldViewPr>
      <p:cViewPr>
        <p:scale>
          <a:sx n="172" d="100"/>
          <a:sy n="172" d="100"/>
        </p:scale>
        <p:origin x="-40" y="-4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ld moura" userId="f2676d326ee30925" providerId="LiveId" clId="{201F9544-7DE9-5744-9D28-E969B20B01A3}"/>
    <pc:docChg chg="undo custSel addSld delSld modSld sldOrd">
      <pc:chgData name="ronald moura" userId="f2676d326ee30925" providerId="LiveId" clId="{201F9544-7DE9-5744-9D28-E969B20B01A3}" dt="2026-06-08T13:29:27.723" v="704" actId="122"/>
      <pc:docMkLst>
        <pc:docMk/>
      </pc:docMkLst>
      <pc:sldChg chg="modSp mod">
        <pc:chgData name="ronald moura" userId="f2676d326ee30925" providerId="LiveId" clId="{201F9544-7DE9-5744-9D28-E969B20B01A3}" dt="2026-06-07T12:10:45.060" v="308" actId="790"/>
        <pc:sldMkLst>
          <pc:docMk/>
          <pc:sldMk cId="0" sldId="257"/>
        </pc:sldMkLst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57"/>
            <ac:spMk id="4" creationId="{3BF155AE-13CF-5041-9B6A-AF14371EEF38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57"/>
            <ac:spMk id="5" creationId="{44DD5422-B20B-0140-840C-14F2C70A9A5C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57"/>
            <ac:spMk id="6" creationId="{BF3B3B0B-571E-C84E-B6C4-83B3F195F20E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57"/>
            <ac:spMk id="7" creationId="{730CDD83-A865-6B4D-9083-174D5541E4B9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57"/>
            <ac:spMk id="8" creationId="{CF979F5D-5281-0F4A-AEE2-776B29468CFC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57"/>
            <ac:spMk id="9" creationId="{8DF1DEAB-D11C-E64B-B3E9-E20C5FBF303E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57"/>
            <ac:spMk id="10" creationId="{C0664075-A7BB-6E4F-83A8-5ED00163C429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57"/>
            <ac:spMk id="11" creationId="{2D166080-E428-0C4B-B067-0E1C9F705EA9}"/>
          </ac:spMkLst>
        </pc:spChg>
        <pc:spChg chg="mod">
          <ac:chgData name="ronald moura" userId="f2676d326ee30925" providerId="LiveId" clId="{201F9544-7DE9-5744-9D28-E969B20B01A3}" dt="2026-06-07T01:02:27.398" v="122"/>
          <ac:spMkLst>
            <pc:docMk/>
            <pc:sldMk cId="0" sldId="257"/>
            <ac:spMk id="12" creationId="{227E5811-3A32-0E4F-BF96-6D7B188E00C4}"/>
          </ac:spMkLst>
        </pc:spChg>
      </pc:sldChg>
      <pc:sldChg chg="modSp mod ord">
        <pc:chgData name="ronald moura" userId="f2676d326ee30925" providerId="LiveId" clId="{201F9544-7DE9-5744-9D28-E969B20B01A3}" dt="2026-06-07T12:30:09.595" v="385" actId="20578"/>
        <pc:sldMkLst>
          <pc:docMk/>
          <pc:sldMk cId="0" sldId="261"/>
        </pc:sldMkLst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1"/>
            <ac:spMk id="4" creationId="{00000000-0000-0000-0000-000000000000}"/>
          </ac:spMkLst>
        </pc:spChg>
        <pc:picChg chg="mod">
          <ac:chgData name="ronald moura" userId="f2676d326ee30925" providerId="LiveId" clId="{201F9544-7DE9-5744-9D28-E969B20B01A3}" dt="2026-06-07T12:06:34.449" v="293" actId="1076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mod modNotesTx">
        <pc:chgData name="ronald moura" userId="f2676d326ee30925" providerId="LiveId" clId="{201F9544-7DE9-5744-9D28-E969B20B01A3}" dt="2026-06-07T12:34:26.475" v="531" actId="20577"/>
        <pc:sldMkLst>
          <pc:docMk/>
          <pc:sldMk cId="0" sldId="262"/>
        </pc:sldMkLst>
        <pc:spChg chg="del mod">
          <ac:chgData name="ronald moura" userId="f2676d326ee30925" providerId="LiveId" clId="{201F9544-7DE9-5744-9D28-E969B20B01A3}" dt="2026-06-07T12:32:43.711" v="495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2"/>
            <ac:spMk id="4" creationId="{00000000-0000-0000-0000-000000000000}"/>
          </ac:spMkLst>
        </pc:spChg>
        <pc:picChg chg="del mod">
          <ac:chgData name="ronald moura" userId="f2676d326ee30925" providerId="LiveId" clId="{201F9544-7DE9-5744-9D28-E969B20B01A3}" dt="2026-06-07T12:32:36.599" v="489" actId="478"/>
          <ac:picMkLst>
            <pc:docMk/>
            <pc:sldMk cId="0" sldId="262"/>
            <ac:picMk id="3" creationId="{00000000-0000-0000-0000-000000000000}"/>
          </ac:picMkLst>
        </pc:picChg>
        <pc:picChg chg="add mod">
          <ac:chgData name="ronald moura" userId="f2676d326ee30925" providerId="LiveId" clId="{201F9544-7DE9-5744-9D28-E969B20B01A3}" dt="2026-06-07T12:32:46.189" v="496" actId="1076"/>
          <ac:picMkLst>
            <pc:docMk/>
            <pc:sldMk cId="0" sldId="262"/>
            <ac:picMk id="6" creationId="{E185989D-A7A0-4955-0085-9DF817B4A8DD}"/>
          </ac:picMkLst>
        </pc:picChg>
      </pc:sldChg>
      <pc:sldChg chg="modSp mod ord">
        <pc:chgData name="ronald moura" userId="f2676d326ee30925" providerId="LiveId" clId="{201F9544-7DE9-5744-9D28-E969B20B01A3}" dt="2026-06-07T12:27:38.167" v="325" actId="20578"/>
        <pc:sldMkLst>
          <pc:docMk/>
          <pc:sldMk cId="0" sldId="263"/>
        </pc:sldMkLst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3"/>
            <ac:spMk id="4" creationId="{00000000-0000-0000-0000-000000000000}"/>
          </ac:spMkLst>
        </pc:spChg>
        <pc:picChg chg="mod">
          <ac:chgData name="ronald moura" userId="f2676d326ee30925" providerId="LiveId" clId="{201F9544-7DE9-5744-9D28-E969B20B01A3}" dt="2026-06-07T12:06:19.349" v="291" actId="1076"/>
          <ac:picMkLst>
            <pc:docMk/>
            <pc:sldMk cId="0" sldId="263"/>
            <ac:picMk id="3" creationId="{00000000-0000-0000-0000-000000000000}"/>
          </ac:picMkLst>
        </pc:picChg>
      </pc:sldChg>
      <pc:sldChg chg="modSp add del mod modShow">
        <pc:chgData name="ronald moura" userId="f2676d326ee30925" providerId="LiveId" clId="{201F9544-7DE9-5744-9D28-E969B20B01A3}" dt="2026-06-07T13:08:10.141" v="535" actId="2696"/>
        <pc:sldMkLst>
          <pc:docMk/>
          <pc:sldMk cId="0" sldId="264"/>
        </pc:sldMkLst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4"/>
            <ac:spMk id="4" creationId="{00000000-0000-0000-0000-000000000000}"/>
          </ac:spMkLst>
        </pc:spChg>
        <pc:picChg chg="mod">
          <ac:chgData name="ronald moura" userId="f2676d326ee30925" providerId="LiveId" clId="{201F9544-7DE9-5744-9D28-E969B20B01A3}" dt="2026-06-07T12:13:53.628" v="312" actId="1076"/>
          <ac:picMkLst>
            <pc:docMk/>
            <pc:sldMk cId="0" sldId="264"/>
            <ac:picMk id="3" creationId="{00000000-0000-0000-0000-000000000000}"/>
          </ac:picMkLst>
        </pc:picChg>
      </pc:sldChg>
      <pc:sldChg chg="addSp modSp mod">
        <pc:chgData name="ronald moura" userId="f2676d326ee30925" providerId="LiveId" clId="{201F9544-7DE9-5744-9D28-E969B20B01A3}" dt="2026-06-07T12:10:45.060" v="308" actId="790"/>
        <pc:sldMkLst>
          <pc:docMk/>
          <pc:sldMk cId="0" sldId="265"/>
        </pc:sldMkLst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5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ronald moura" userId="f2676d326ee30925" providerId="LiveId" clId="{201F9544-7DE9-5744-9D28-E969B20B01A3}" dt="2026-06-07T12:10:24.407" v="307" actId="767"/>
          <ac:spMkLst>
            <pc:docMk/>
            <pc:sldMk cId="0" sldId="265"/>
            <ac:spMk id="4" creationId="{68639632-590A-90F8-B300-85DCDF3AA6C1}"/>
          </ac:spMkLst>
        </pc:spChg>
      </pc:sldChg>
      <pc:sldChg chg="modSp mod">
        <pc:chgData name="ronald moura" userId="f2676d326ee30925" providerId="LiveId" clId="{201F9544-7DE9-5744-9D28-E969B20B01A3}" dt="2026-06-07T12:10:45.060" v="308" actId="790"/>
        <pc:sldMkLst>
          <pc:docMk/>
          <pc:sldMk cId="0" sldId="266"/>
        </pc:sldMkLst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6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6"/>
            <ac:spMk id="4" creationId="{32F776BE-53FB-4448-B8A2-BB6E6302C53B}"/>
          </ac:spMkLst>
        </pc:spChg>
        <pc:spChg chg="mod">
          <ac:chgData name="ronald moura" userId="f2676d326ee30925" providerId="LiveId" clId="{201F9544-7DE9-5744-9D28-E969B20B01A3}" dt="2026-06-07T01:03:13.376" v="134"/>
          <ac:spMkLst>
            <pc:docMk/>
            <pc:sldMk cId="0" sldId="266"/>
            <ac:spMk id="5" creationId="{A8122F1E-8C4F-EF47-8315-D2EE6A64CD79}"/>
          </ac:spMkLst>
        </pc:spChg>
        <pc:spChg chg="mod">
          <ac:chgData name="ronald moura" userId="f2676d326ee30925" providerId="LiveId" clId="{201F9544-7DE9-5744-9D28-E969B20B01A3}" dt="2026-06-07T01:03:13.377" v="138"/>
          <ac:spMkLst>
            <pc:docMk/>
            <pc:sldMk cId="0" sldId="266"/>
            <ac:spMk id="6" creationId="{F82ABDF3-6DBA-304C-9C7E-0CB69CCF2755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6"/>
            <ac:spMk id="7" creationId="{48E4077C-9352-9C40-AD2D-BD5ED6EE9E0C}"/>
          </ac:spMkLst>
        </pc:spChg>
        <pc:spChg chg="mod">
          <ac:chgData name="ronald moura" userId="f2676d326ee30925" providerId="LiveId" clId="{201F9544-7DE9-5744-9D28-E969B20B01A3}" dt="2026-06-07T01:03:13.378" v="146"/>
          <ac:spMkLst>
            <pc:docMk/>
            <pc:sldMk cId="0" sldId="266"/>
            <ac:spMk id="8" creationId="{AAA75594-DEFF-3145-9E56-16C397D0828A}"/>
          </ac:spMkLst>
        </pc:spChg>
        <pc:spChg chg="mod">
          <ac:chgData name="ronald moura" userId="f2676d326ee30925" providerId="LiveId" clId="{201F9544-7DE9-5744-9D28-E969B20B01A3}" dt="2026-06-07T01:03:13.379" v="150"/>
          <ac:spMkLst>
            <pc:docMk/>
            <pc:sldMk cId="0" sldId="266"/>
            <ac:spMk id="9" creationId="{0A894C7D-4538-B443-B524-35915B0BC7AB}"/>
          </ac:spMkLst>
        </pc:spChg>
        <pc:spChg chg="mod">
          <ac:chgData name="ronald moura" userId="f2676d326ee30925" providerId="LiveId" clId="{201F9544-7DE9-5744-9D28-E969B20B01A3}" dt="2026-06-07T01:03:13.380" v="154"/>
          <ac:spMkLst>
            <pc:docMk/>
            <pc:sldMk cId="0" sldId="266"/>
            <ac:spMk id="10" creationId="{69C4B036-72CF-4447-B3AD-C21CC04481D2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6"/>
            <ac:spMk id="11" creationId="{09884EC8-DE05-4F45-9EDD-4CD35C52A6E6}"/>
          </ac:spMkLst>
        </pc:spChg>
        <pc:spChg chg="mod">
          <ac:chgData name="ronald moura" userId="f2676d326ee30925" providerId="LiveId" clId="{201F9544-7DE9-5744-9D28-E969B20B01A3}" dt="2026-06-07T01:03:32.613" v="208"/>
          <ac:spMkLst>
            <pc:docMk/>
            <pc:sldMk cId="0" sldId="266"/>
            <ac:spMk id="12" creationId="{535A08D9-7617-7A44-9C64-847F7764B5C4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6"/>
            <ac:spMk id="13" creationId="{2D041985-C72A-2140-AF42-EA0854E04F72}"/>
          </ac:spMkLst>
        </pc:spChg>
        <pc:spChg chg="mod">
          <ac:chgData name="ronald moura" userId="f2676d326ee30925" providerId="LiveId" clId="{201F9544-7DE9-5744-9D28-E969B20B01A3}" dt="2026-06-07T01:03:13.384" v="170"/>
          <ac:spMkLst>
            <pc:docMk/>
            <pc:sldMk cId="0" sldId="266"/>
            <ac:spMk id="14" creationId="{309473CB-132D-6E41-AE51-74CDDE4C56BC}"/>
          </ac:spMkLst>
        </pc:spChg>
        <pc:spChg chg="mod">
          <ac:chgData name="ronald moura" userId="f2676d326ee30925" providerId="LiveId" clId="{201F9544-7DE9-5744-9D28-E969B20B01A3}" dt="2026-06-07T01:03:13.385" v="174"/>
          <ac:spMkLst>
            <pc:docMk/>
            <pc:sldMk cId="0" sldId="266"/>
            <ac:spMk id="15" creationId="{28A71505-F42A-0A40-AB41-4ECD39F18B13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6"/>
            <ac:spMk id="16" creationId="{CCF24A98-D350-A846-B7B7-FAC7FFD4067F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6"/>
            <ac:spMk id="17" creationId="{AB44BDBC-5688-644C-901D-5C219E7CC097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6"/>
            <ac:spMk id="18" creationId="{62352B20-9ED1-6E49-862C-1D0425A92B26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6"/>
            <ac:spMk id="19" creationId="{CF030D37-31DF-864C-B1A8-06B0F39F2F83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6"/>
            <ac:spMk id="20" creationId="{574CA875-AC04-0A40-9A88-223590802D64}"/>
          </ac:spMkLst>
        </pc:spChg>
        <pc:spChg chg="mod">
          <ac:chgData name="ronald moura" userId="f2676d326ee30925" providerId="LiveId" clId="{201F9544-7DE9-5744-9D28-E969B20B01A3}" dt="2026-06-07T01:03:13.391" v="198"/>
          <ac:spMkLst>
            <pc:docMk/>
            <pc:sldMk cId="0" sldId="266"/>
            <ac:spMk id="21" creationId="{CECB3B26-91BD-F042-B686-2F7C70C9950A}"/>
          </ac:spMkLst>
        </pc:spChg>
        <pc:spChg chg="mod">
          <ac:chgData name="ronald moura" userId="f2676d326ee30925" providerId="LiveId" clId="{201F9544-7DE9-5744-9D28-E969B20B01A3}" dt="2026-06-07T01:03:32.614" v="210"/>
          <ac:spMkLst>
            <pc:docMk/>
            <pc:sldMk cId="0" sldId="266"/>
            <ac:spMk id="22" creationId="{4004390B-9AC6-7841-884B-F10E76BCD4B2}"/>
          </ac:spMkLst>
        </pc:spChg>
        <pc:spChg chg="mod">
          <ac:chgData name="ronald moura" userId="f2676d326ee30925" providerId="LiveId" clId="{201F9544-7DE9-5744-9D28-E969B20B01A3}" dt="2026-06-07T01:03:13.393" v="206"/>
          <ac:spMkLst>
            <pc:docMk/>
            <pc:sldMk cId="0" sldId="266"/>
            <ac:spMk id="23" creationId="{4D9BA4D5-6F24-954A-8718-4F852E6ECC70}"/>
          </ac:spMkLst>
        </pc:spChg>
      </pc:sldChg>
      <pc:sldChg chg="modSp del mod modShow">
        <pc:chgData name="ronald moura" userId="f2676d326ee30925" providerId="LiveId" clId="{201F9544-7DE9-5744-9D28-E969B20B01A3}" dt="2026-06-07T13:11:47.150" v="560" actId="2696"/>
        <pc:sldMkLst>
          <pc:docMk/>
          <pc:sldMk cId="0" sldId="268"/>
        </pc:sldMkLst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8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0" sldId="268"/>
            <ac:spMk id="3" creationId="{00000000-0000-0000-0000-000000000000}"/>
          </ac:spMkLst>
        </pc:spChg>
      </pc:sldChg>
      <pc:sldChg chg="delSp modSp mod">
        <pc:chgData name="ronald moura" userId="f2676d326ee30925" providerId="LiveId" clId="{201F9544-7DE9-5744-9D28-E969B20B01A3}" dt="2026-06-07T13:15:11.293" v="579" actId="207"/>
        <pc:sldMkLst>
          <pc:docMk/>
          <pc:sldMk cId="3243531719" sldId="281"/>
        </pc:sldMkLst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3243531719" sldId="281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3:14:58.543" v="578" actId="207"/>
          <ac:spMkLst>
            <pc:docMk/>
            <pc:sldMk cId="3243531719" sldId="281"/>
            <ac:spMk id="3" creationId="{00000000-0000-0000-0000-000000000000}"/>
          </ac:spMkLst>
        </pc:spChg>
        <pc:spChg chg="mod">
          <ac:chgData name="ronald moura" userId="f2676d326ee30925" providerId="LiveId" clId="{201F9544-7DE9-5744-9D28-E969B20B01A3}" dt="2026-06-07T13:15:11.293" v="579" actId="207"/>
          <ac:spMkLst>
            <pc:docMk/>
            <pc:sldMk cId="3243531719" sldId="281"/>
            <ac:spMk id="4" creationId="{00000000-0000-0000-0000-000000000000}"/>
          </ac:spMkLst>
        </pc:spChg>
        <pc:spChg chg="del mod">
          <ac:chgData name="ronald moura" userId="f2676d326ee30925" providerId="LiveId" clId="{201F9544-7DE9-5744-9D28-E969B20B01A3}" dt="2026-06-07T13:13:10.815" v="573" actId="478"/>
          <ac:spMkLst>
            <pc:docMk/>
            <pc:sldMk cId="3243531719" sldId="281"/>
            <ac:spMk id="5" creationId="{8E61148B-AA94-BF42-9127-E4C98A7F23AF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3243531719" sldId="281"/>
            <ac:spMk id="6" creationId="{974EC21D-678F-194E-9741-8EE1C0FF74E0}"/>
          </ac:spMkLst>
        </pc:spChg>
        <pc:spChg chg="del mod">
          <ac:chgData name="ronald moura" userId="f2676d326ee30925" providerId="LiveId" clId="{201F9544-7DE9-5744-9D28-E969B20B01A3}" dt="2026-06-07T13:12:40.161" v="569" actId="478"/>
          <ac:spMkLst>
            <pc:docMk/>
            <pc:sldMk cId="3243531719" sldId="281"/>
            <ac:spMk id="9" creationId="{50D09F24-7778-6245-9D1A-D407CF796BF1}"/>
          </ac:spMkLst>
        </pc:spChg>
      </pc:sldChg>
      <pc:sldChg chg="modSp mod">
        <pc:chgData name="ronald moura" userId="f2676d326ee30925" providerId="LiveId" clId="{201F9544-7DE9-5744-9D28-E969B20B01A3}" dt="2026-06-07T12:10:45.060" v="308" actId="790"/>
        <pc:sldMkLst>
          <pc:docMk/>
          <pc:sldMk cId="4153916030" sldId="282"/>
        </pc:sldMkLst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4153916030" sldId="282"/>
            <ac:spMk id="3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4153916030" sldId="282"/>
            <ac:spMk id="4" creationId="{00000000-0000-0000-0000-000000000000}"/>
          </ac:spMkLst>
        </pc:spChg>
        <pc:picChg chg="mod">
          <ac:chgData name="ronald moura" userId="f2676d326ee30925" providerId="LiveId" clId="{201F9544-7DE9-5744-9D28-E969B20B01A3}" dt="2026-06-07T01:05:40.008" v="270"/>
          <ac:picMkLst>
            <pc:docMk/>
            <pc:sldMk cId="4153916030" sldId="282"/>
            <ac:picMk id="2" creationId="{00000000-0000-0000-0000-000000000000}"/>
          </ac:picMkLst>
        </pc:picChg>
      </pc:sldChg>
      <pc:sldChg chg="addSp delSp modSp mod">
        <pc:chgData name="ronald moura" userId="f2676d326ee30925" providerId="LiveId" clId="{201F9544-7DE9-5744-9D28-E969B20B01A3}" dt="2026-06-08T13:10:54.226" v="606" actId="1036"/>
        <pc:sldMkLst>
          <pc:docMk/>
          <pc:sldMk cId="1672246106" sldId="283"/>
        </pc:sldMkLst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1672246106" sldId="283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1672246106" sldId="283"/>
            <ac:spMk id="3" creationId="{00000000-0000-0000-0000-000000000000}"/>
          </ac:spMkLst>
        </pc:spChg>
        <pc:spChg chg="del mod">
          <ac:chgData name="ronald moura" userId="f2676d326ee30925" providerId="LiveId" clId="{201F9544-7DE9-5744-9D28-E969B20B01A3}" dt="2026-06-08T13:06:52.261" v="583" actId="478"/>
          <ac:spMkLst>
            <pc:docMk/>
            <pc:sldMk cId="1672246106" sldId="283"/>
            <ac:spMk id="4" creationId="{8A8498C5-6C75-0043-AC28-8E03E1861DB0}"/>
          </ac:spMkLst>
        </pc:spChg>
        <pc:spChg chg="del mod">
          <ac:chgData name="ronald moura" userId="f2676d326ee30925" providerId="LiveId" clId="{201F9544-7DE9-5744-9D28-E969B20B01A3}" dt="2026-06-08T13:06:53.864" v="584" actId="478"/>
          <ac:spMkLst>
            <pc:docMk/>
            <pc:sldMk cId="1672246106" sldId="283"/>
            <ac:spMk id="5" creationId="{56FF258F-1308-9445-BC08-CC7154A86320}"/>
          </ac:spMkLst>
        </pc:spChg>
        <pc:spChg chg="del mod">
          <ac:chgData name="ronald moura" userId="f2676d326ee30925" providerId="LiveId" clId="{201F9544-7DE9-5744-9D28-E969B20B01A3}" dt="2026-06-08T13:06:52.261" v="583" actId="478"/>
          <ac:spMkLst>
            <pc:docMk/>
            <pc:sldMk cId="1672246106" sldId="283"/>
            <ac:spMk id="6" creationId="{F21FB3EE-EF8A-1C4C-A2E7-B7D0FE8E0109}"/>
          </ac:spMkLst>
        </pc:spChg>
        <pc:spChg chg="del mod">
          <ac:chgData name="ronald moura" userId="f2676d326ee30925" providerId="LiveId" clId="{201F9544-7DE9-5744-9D28-E969B20B01A3}" dt="2026-06-08T13:06:52.261" v="583" actId="478"/>
          <ac:spMkLst>
            <pc:docMk/>
            <pc:sldMk cId="1672246106" sldId="283"/>
            <ac:spMk id="7" creationId="{9B291C49-128D-9B45-B80D-6B0C8FDBEC4C}"/>
          </ac:spMkLst>
        </pc:spChg>
        <pc:spChg chg="mod">
          <ac:chgData name="ronald moura" userId="f2676d326ee30925" providerId="LiveId" clId="{201F9544-7DE9-5744-9D28-E969B20B01A3}" dt="2026-06-08T13:10:54.226" v="606" actId="1036"/>
          <ac:spMkLst>
            <pc:docMk/>
            <pc:sldMk cId="1672246106" sldId="283"/>
            <ac:spMk id="8" creationId="{1B38999E-9148-9E4A-8DC0-6AD653C5E3C5}"/>
          </ac:spMkLst>
        </pc:spChg>
        <pc:spChg chg="mod">
          <ac:chgData name="ronald moura" userId="f2676d326ee30925" providerId="LiveId" clId="{201F9544-7DE9-5744-9D28-E969B20B01A3}" dt="2026-06-08T13:10:46.716" v="601" actId="1036"/>
          <ac:spMkLst>
            <pc:docMk/>
            <pc:sldMk cId="1672246106" sldId="283"/>
            <ac:spMk id="9" creationId="{953CA241-D759-FE42-9603-1D845F541557}"/>
          </ac:spMkLst>
        </pc:spChg>
        <pc:picChg chg="add mod">
          <ac:chgData name="ronald moura" userId="f2676d326ee30925" providerId="LiveId" clId="{201F9544-7DE9-5744-9D28-E969B20B01A3}" dt="2026-06-08T13:10:00.414" v="589" actId="1076"/>
          <ac:picMkLst>
            <pc:docMk/>
            <pc:sldMk cId="1672246106" sldId="283"/>
            <ac:picMk id="10" creationId="{1751A5FC-962D-D769-5DED-1E7A515B53EF}"/>
          </ac:picMkLst>
        </pc:picChg>
      </pc:sldChg>
      <pc:sldChg chg="addSp delSp modSp mod">
        <pc:chgData name="ronald moura" userId="f2676d326ee30925" providerId="LiveId" clId="{201F9544-7DE9-5744-9D28-E969B20B01A3}" dt="2026-06-07T12:26:56.024" v="324" actId="14100"/>
        <pc:sldMkLst>
          <pc:docMk/>
          <pc:sldMk cId="2663203749" sldId="285"/>
        </pc:sldMkLst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2663203749" sldId="285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26:51.940" v="322" actId="1076"/>
          <ac:spMkLst>
            <pc:docMk/>
            <pc:sldMk cId="2663203749" sldId="285"/>
            <ac:spMk id="4" creationId="{00000000-0000-0000-0000-000000000000}"/>
          </ac:spMkLst>
        </pc:spChg>
        <pc:graphicFrameChg chg="del mod modGraphic">
          <ac:chgData name="ronald moura" userId="f2676d326ee30925" providerId="LiveId" clId="{201F9544-7DE9-5744-9D28-E969B20B01A3}" dt="2026-06-07T12:26:14.416" v="314" actId="478"/>
          <ac:graphicFrameMkLst>
            <pc:docMk/>
            <pc:sldMk cId="2663203749" sldId="285"/>
            <ac:graphicFrameMk id="101" creationId="{00000000-0000-0000-0000-000000000000}"/>
          </ac:graphicFrameMkLst>
        </pc:graphicFrameChg>
        <pc:picChg chg="add mod">
          <ac:chgData name="ronald moura" userId="f2676d326ee30925" providerId="LiveId" clId="{201F9544-7DE9-5744-9D28-E969B20B01A3}" dt="2026-06-07T12:26:56.024" v="324" actId="14100"/>
          <ac:picMkLst>
            <pc:docMk/>
            <pc:sldMk cId="2663203749" sldId="285"/>
            <ac:picMk id="5" creationId="{07FDE3AE-3B5A-F28C-411C-565A8236CE7A}"/>
          </ac:picMkLst>
        </pc:picChg>
      </pc:sldChg>
      <pc:sldChg chg="modSp mod">
        <pc:chgData name="ronald moura" userId="f2676d326ee30925" providerId="LiveId" clId="{201F9544-7DE9-5744-9D28-E969B20B01A3}" dt="2026-06-08T13:29:27.723" v="704" actId="122"/>
        <pc:sldMkLst>
          <pc:docMk/>
          <pc:sldMk cId="2655403227" sldId="286"/>
        </pc:sldMkLst>
        <pc:spChg chg="mod">
          <ac:chgData name="ronald moura" userId="f2676d326ee30925" providerId="LiveId" clId="{201F9544-7DE9-5744-9D28-E969B20B01A3}" dt="2026-06-07T01:02:03.742" v="26"/>
          <ac:spMkLst>
            <pc:docMk/>
            <pc:sldMk cId="2655403227" sldId="286"/>
            <ac:spMk id="2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2655403227" sldId="286"/>
            <ac:spMk id="3" creationId="{00000000-0000-0000-0000-000000000000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2655403227" sldId="286"/>
            <ac:spMk id="4" creationId="{F1C6C6E6-7A10-5140-832E-829AD3048B94}"/>
          </ac:spMkLst>
        </pc:spChg>
        <pc:spChg chg="mod">
          <ac:chgData name="ronald moura" userId="f2676d326ee30925" providerId="LiveId" clId="{201F9544-7DE9-5744-9D28-E969B20B01A3}" dt="2026-06-07T13:13:37.909" v="574" actId="122"/>
          <ac:spMkLst>
            <pc:docMk/>
            <pc:sldMk cId="2655403227" sldId="286"/>
            <ac:spMk id="5" creationId="{57B46E43-1C0D-B540-A2CF-FE41035D9043}"/>
          </ac:spMkLst>
        </pc:spChg>
        <pc:spChg chg="mod">
          <ac:chgData name="ronald moura" userId="f2676d326ee30925" providerId="LiveId" clId="{201F9544-7DE9-5744-9D28-E969B20B01A3}" dt="2026-06-08T13:29:24.740" v="703" actId="122"/>
          <ac:spMkLst>
            <pc:docMk/>
            <pc:sldMk cId="2655403227" sldId="286"/>
            <ac:spMk id="6" creationId="{3996D6AB-0415-F34C-9DEC-B47492D6C87E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2655403227" sldId="286"/>
            <ac:spMk id="7" creationId="{77B4A2DB-A69A-484E-B296-2EF5CF9A0F23}"/>
          </ac:spMkLst>
        </pc:spChg>
        <pc:spChg chg="mod">
          <ac:chgData name="ronald moura" userId="f2676d326ee30925" providerId="LiveId" clId="{201F9544-7DE9-5744-9D28-E969B20B01A3}" dt="2026-06-07T01:02:03.748" v="50"/>
          <ac:spMkLst>
            <pc:docMk/>
            <pc:sldMk cId="2655403227" sldId="286"/>
            <ac:spMk id="8" creationId="{B412CDC4-E0C9-F941-9B79-5F65D6E82333}"/>
          </ac:spMkLst>
        </pc:spChg>
        <pc:spChg chg="mod">
          <ac:chgData name="ronald moura" userId="f2676d326ee30925" providerId="LiveId" clId="{201F9544-7DE9-5744-9D28-E969B20B01A3}" dt="2026-06-07T13:13:42.042" v="575" actId="122"/>
          <ac:spMkLst>
            <pc:docMk/>
            <pc:sldMk cId="2655403227" sldId="286"/>
            <ac:spMk id="9" creationId="{9323A49C-487D-FD42-8BA4-CA4E4E43035B}"/>
          </ac:spMkLst>
        </pc:spChg>
        <pc:spChg chg="mod">
          <ac:chgData name="ronald moura" userId="f2676d326ee30925" providerId="LiveId" clId="{201F9544-7DE9-5744-9D28-E969B20B01A3}" dt="2026-06-08T13:29:21.891" v="702" actId="122"/>
          <ac:spMkLst>
            <pc:docMk/>
            <pc:sldMk cId="2655403227" sldId="286"/>
            <ac:spMk id="10" creationId="{97EC7B3C-0B5D-594D-8B0C-18F6868B6214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2655403227" sldId="286"/>
            <ac:spMk id="11" creationId="{E713BBF6-7307-A247-BB44-96CFD483B057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2655403227" sldId="286"/>
            <ac:spMk id="12" creationId="{AF426019-1A0F-974F-A360-F5184DB104A6}"/>
          </ac:spMkLst>
        </pc:spChg>
        <pc:spChg chg="mod">
          <ac:chgData name="ronald moura" userId="f2676d326ee30925" providerId="LiveId" clId="{201F9544-7DE9-5744-9D28-E969B20B01A3}" dt="2026-06-07T13:13:45.376" v="576" actId="122"/>
          <ac:spMkLst>
            <pc:docMk/>
            <pc:sldMk cId="2655403227" sldId="286"/>
            <ac:spMk id="13" creationId="{5FD40C6F-FADF-A94E-BB2E-7B9D56E29DF4}"/>
          </ac:spMkLst>
        </pc:spChg>
        <pc:spChg chg="mod">
          <ac:chgData name="ronald moura" userId="f2676d326ee30925" providerId="LiveId" clId="{201F9544-7DE9-5744-9D28-E969B20B01A3}" dt="2026-06-08T13:29:27.723" v="704" actId="122"/>
          <ac:spMkLst>
            <pc:docMk/>
            <pc:sldMk cId="2655403227" sldId="286"/>
            <ac:spMk id="14" creationId="{70735674-9EE9-7B43-AA18-46839BF7EF88}"/>
          </ac:spMkLst>
        </pc:spChg>
        <pc:spChg chg="mod">
          <ac:chgData name="ronald moura" userId="f2676d326ee30925" providerId="LiveId" clId="{201F9544-7DE9-5744-9D28-E969B20B01A3}" dt="2026-06-07T12:10:45.060" v="308" actId="790"/>
          <ac:spMkLst>
            <pc:docMk/>
            <pc:sldMk cId="2655403227" sldId="286"/>
            <ac:spMk id="15" creationId="{4D6FB27E-8AB9-EB46-A6BB-FEA8602144E0}"/>
          </ac:spMkLst>
        </pc:spChg>
      </pc:sldChg>
      <pc:sldChg chg="addSp modSp new mod ord">
        <pc:chgData name="ronald moura" userId="f2676d326ee30925" providerId="LiveId" clId="{201F9544-7DE9-5744-9D28-E969B20B01A3}" dt="2026-06-07T12:29:59.126" v="384" actId="20578"/>
        <pc:sldMkLst>
          <pc:docMk/>
          <pc:sldMk cId="2655649554" sldId="287"/>
        </pc:sldMkLst>
        <pc:picChg chg="add mod">
          <ac:chgData name="ronald moura" userId="f2676d326ee30925" providerId="LiveId" clId="{201F9544-7DE9-5744-9D28-E969B20B01A3}" dt="2026-06-07T12:05:36.500" v="284" actId="1076"/>
          <ac:picMkLst>
            <pc:docMk/>
            <pc:sldMk cId="2655649554" sldId="287"/>
            <ac:picMk id="3" creationId="{30AD5A92-F4EF-EEA5-EDEE-1651D26C59FE}"/>
          </ac:picMkLst>
        </pc:picChg>
      </pc:sldChg>
      <pc:sldChg chg="addSp modSp new mod">
        <pc:chgData name="ronald moura" userId="f2676d326ee30925" providerId="LiveId" clId="{201F9544-7DE9-5744-9D28-E969B20B01A3}" dt="2026-06-07T12:31:32.773" v="486" actId="1076"/>
        <pc:sldMkLst>
          <pc:docMk/>
          <pc:sldMk cId="2760555430" sldId="288"/>
        </pc:sldMkLst>
        <pc:spChg chg="add mod">
          <ac:chgData name="ronald moura" userId="f2676d326ee30925" providerId="LiveId" clId="{201F9544-7DE9-5744-9D28-E969B20B01A3}" dt="2026-06-07T12:28:40.072" v="375" actId="1076"/>
          <ac:spMkLst>
            <pc:docMk/>
            <pc:sldMk cId="2760555430" sldId="288"/>
            <ac:spMk id="4" creationId="{0D409A08-99F8-F2A9-1160-504C194B2B75}"/>
          </ac:spMkLst>
        </pc:spChg>
        <pc:spChg chg="add mod">
          <ac:chgData name="ronald moura" userId="f2676d326ee30925" providerId="LiveId" clId="{201F9544-7DE9-5744-9D28-E969B20B01A3}" dt="2026-06-07T12:31:32.773" v="486" actId="1076"/>
          <ac:spMkLst>
            <pc:docMk/>
            <pc:sldMk cId="2760555430" sldId="288"/>
            <ac:spMk id="5" creationId="{7A88F1B4-47E7-005E-983F-49ACC9355487}"/>
          </ac:spMkLst>
        </pc:spChg>
        <pc:picChg chg="add mod modCrop">
          <ac:chgData name="ronald moura" userId="f2676d326ee30925" providerId="LiveId" clId="{201F9544-7DE9-5744-9D28-E969B20B01A3}" dt="2026-06-07T12:29:06.067" v="383" actId="1036"/>
          <ac:picMkLst>
            <pc:docMk/>
            <pc:sldMk cId="2760555430" sldId="288"/>
            <ac:picMk id="3" creationId="{C1332A6F-1CBA-42F2-F5E7-4C8C516DD59E}"/>
          </ac:picMkLst>
        </pc:picChg>
      </pc:sldChg>
      <pc:sldChg chg="addSp modSp new mod modShow">
        <pc:chgData name="ronald moura" userId="f2676d326ee30925" providerId="LiveId" clId="{201F9544-7DE9-5744-9D28-E969B20B01A3}" dt="2026-06-08T13:18:26.850" v="640" actId="729"/>
        <pc:sldMkLst>
          <pc:docMk/>
          <pc:sldMk cId="1509051257" sldId="289"/>
        </pc:sldMkLst>
        <pc:picChg chg="add mod">
          <ac:chgData name="ronald moura" userId="f2676d326ee30925" providerId="LiveId" clId="{201F9544-7DE9-5744-9D28-E969B20B01A3}" dt="2026-06-08T13:13:54.638" v="620" actId="571"/>
          <ac:picMkLst>
            <pc:docMk/>
            <pc:sldMk cId="1509051257" sldId="289"/>
            <ac:picMk id="2" creationId="{F18488FD-0E79-CC7F-52CE-0C695A0B5A00}"/>
          </ac:picMkLst>
        </pc:picChg>
        <pc:picChg chg="add mod">
          <ac:chgData name="ronald moura" userId="f2676d326ee30925" providerId="LiveId" clId="{201F9544-7DE9-5744-9D28-E969B20B01A3}" dt="2026-06-08T13:14:26.662" v="628" actId="1076"/>
          <ac:picMkLst>
            <pc:docMk/>
            <pc:sldMk cId="1509051257" sldId="289"/>
            <ac:picMk id="1026" creationId="{C38A6185-3831-5DD3-EC1A-1E6CC709ED6A}"/>
          </ac:picMkLst>
        </pc:picChg>
        <pc:picChg chg="add mod">
          <ac:chgData name="ronald moura" userId="f2676d326ee30925" providerId="LiveId" clId="{201F9544-7DE9-5744-9D28-E969B20B01A3}" dt="2026-06-08T13:14:26.662" v="628" actId="1076"/>
          <ac:picMkLst>
            <pc:docMk/>
            <pc:sldMk cId="1509051257" sldId="289"/>
            <ac:picMk id="1028" creationId="{B04E10E7-B97A-F5FD-5AEE-DD1F9C1B84C8}"/>
          </ac:picMkLst>
        </pc:picChg>
        <pc:picChg chg="add mod">
          <ac:chgData name="ronald moura" userId="f2676d326ee30925" providerId="LiveId" clId="{201F9544-7DE9-5744-9D28-E969B20B01A3}" dt="2026-06-08T13:14:26.662" v="628" actId="1076"/>
          <ac:picMkLst>
            <pc:docMk/>
            <pc:sldMk cId="1509051257" sldId="289"/>
            <ac:picMk id="1030" creationId="{63872B2F-7590-377E-3ECC-5A65D7C3C6DD}"/>
          </ac:picMkLst>
        </pc:picChg>
      </pc:sldChg>
      <pc:sldChg chg="add del mod modShow">
        <pc:chgData name="ronald moura" userId="f2676d326ee30925" providerId="LiveId" clId="{201F9544-7DE9-5744-9D28-E969B20B01A3}" dt="2026-06-07T13:08:10.141" v="535" actId="2696"/>
        <pc:sldMkLst>
          <pc:docMk/>
          <pc:sldMk cId="4191458665" sldId="289"/>
        </pc:sldMkLst>
      </pc:sldChg>
      <pc:sldChg chg="addSp modSp new mod ord modShow">
        <pc:chgData name="ronald moura" userId="f2676d326ee30925" providerId="LiveId" clId="{201F9544-7DE9-5744-9D28-E969B20B01A3}" dt="2026-06-08T13:18:26.850" v="640" actId="729"/>
        <pc:sldMkLst>
          <pc:docMk/>
          <pc:sldMk cId="1020731684" sldId="290"/>
        </pc:sldMkLst>
        <pc:picChg chg="add mod">
          <ac:chgData name="ronald moura" userId="f2676d326ee30925" providerId="LiveId" clId="{201F9544-7DE9-5744-9D28-E969B20B01A3}" dt="2026-06-08T13:15:47.943" v="639" actId="1076"/>
          <ac:picMkLst>
            <pc:docMk/>
            <pc:sldMk cId="1020731684" sldId="290"/>
            <ac:picMk id="2050" creationId="{1F6FF533-3A64-F624-5C1E-B24DDFE79A22}"/>
          </ac:picMkLst>
        </pc:picChg>
      </pc:sldChg>
      <pc:sldChg chg="new del ord">
        <pc:chgData name="ronald moura" userId="f2676d326ee30925" providerId="LiveId" clId="{201F9544-7DE9-5744-9D28-E969B20B01A3}" dt="2026-06-08T13:25:29.437" v="677" actId="2696"/>
        <pc:sldMkLst>
          <pc:docMk/>
          <pc:sldMk cId="1119651439" sldId="291"/>
        </pc:sldMkLst>
      </pc:sldChg>
      <pc:sldChg chg="new del ord">
        <pc:chgData name="ronald moura" userId="f2676d326ee30925" providerId="LiveId" clId="{201F9544-7DE9-5744-9D28-E969B20B01A3}" dt="2026-06-08T13:23:10.253" v="646"/>
        <pc:sldMkLst>
          <pc:docMk/>
          <pc:sldMk cId="517644675" sldId="292"/>
        </pc:sldMkLst>
      </pc:sldChg>
      <pc:sldChg chg="modSp add del mod">
        <pc:chgData name="ronald moura" userId="f2676d326ee30925" providerId="LiveId" clId="{201F9544-7DE9-5744-9D28-E969B20B01A3}" dt="2026-06-08T13:23:48.632" v="652"/>
        <pc:sldMkLst>
          <pc:docMk/>
          <pc:sldMk cId="3306185633" sldId="293"/>
        </pc:sldMkLst>
        <pc:spChg chg="mod">
          <ac:chgData name="ronald moura" userId="f2676d326ee30925" providerId="LiveId" clId="{201F9544-7DE9-5744-9D28-E969B20B01A3}" dt="2026-06-08T13:23:17.838" v="650"/>
          <ac:spMkLst>
            <pc:docMk/>
            <pc:sldMk cId="3306185633" sldId="293"/>
            <ac:spMk id="2" creationId="{AAD323DB-ED9B-78AC-CF5B-76D5D6BAA199}"/>
          </ac:spMkLst>
        </pc:spChg>
      </pc:sldChg>
      <pc:sldChg chg="modSp add mod">
        <pc:chgData name="ronald moura" userId="f2676d326ee30925" providerId="LiveId" clId="{201F9544-7DE9-5744-9D28-E969B20B01A3}" dt="2026-06-08T13:28:37.335" v="701" actId="255"/>
        <pc:sldMkLst>
          <pc:docMk/>
          <pc:sldMk cId="2326490536" sldId="294"/>
        </pc:sldMkLst>
        <pc:spChg chg="mod">
          <ac:chgData name="ronald moura" userId="f2676d326ee30925" providerId="LiveId" clId="{201F9544-7DE9-5744-9D28-E969B20B01A3}" dt="2026-06-08T13:23:48.670" v="656" actId="27636"/>
          <ac:spMkLst>
            <pc:docMk/>
            <pc:sldMk cId="2326490536" sldId="294"/>
            <ac:spMk id="101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3:48.667" v="653" actId="27636"/>
          <ac:spMkLst>
            <pc:docMk/>
            <pc:sldMk cId="2326490536" sldId="294"/>
            <ac:spMk id="103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7:29.449" v="693" actId="255"/>
          <ac:spMkLst>
            <pc:docMk/>
            <pc:sldMk cId="2326490536" sldId="294"/>
            <ac:spMk id="104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8:17.393" v="698" actId="255"/>
          <ac:spMkLst>
            <pc:docMk/>
            <pc:sldMk cId="2326490536" sldId="294"/>
            <ac:spMk id="105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6:45.843" v="688" actId="255"/>
          <ac:spMkLst>
            <pc:docMk/>
            <pc:sldMk cId="2326490536" sldId="294"/>
            <ac:spMk id="106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3:48.669" v="655" actId="27636"/>
          <ac:spMkLst>
            <pc:docMk/>
            <pc:sldMk cId="2326490536" sldId="294"/>
            <ac:spMk id="108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7:21.070" v="692" actId="255"/>
          <ac:spMkLst>
            <pc:docMk/>
            <pc:sldMk cId="2326490536" sldId="294"/>
            <ac:spMk id="109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8:21.890" v="699" actId="255"/>
          <ac:spMkLst>
            <pc:docMk/>
            <pc:sldMk cId="2326490536" sldId="294"/>
            <ac:spMk id="110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6:56.410" v="689" actId="255"/>
          <ac:spMkLst>
            <pc:docMk/>
            <pc:sldMk cId="2326490536" sldId="294"/>
            <ac:spMk id="111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3:48.668" v="654" actId="27636"/>
          <ac:spMkLst>
            <pc:docMk/>
            <pc:sldMk cId="2326490536" sldId="294"/>
            <ac:spMk id="113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7:50.815" v="696" actId="20577"/>
          <ac:spMkLst>
            <pc:docMk/>
            <pc:sldMk cId="2326490536" sldId="294"/>
            <ac:spMk id="114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8:31.218" v="700" actId="255"/>
          <ac:spMkLst>
            <pc:docMk/>
            <pc:sldMk cId="2326490536" sldId="294"/>
            <ac:spMk id="115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7:02.828" v="690" actId="255"/>
          <ac:spMkLst>
            <pc:docMk/>
            <pc:sldMk cId="2326490536" sldId="294"/>
            <ac:spMk id="116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3:48.676" v="661" actId="27636"/>
          <ac:spMkLst>
            <pc:docMk/>
            <pc:sldMk cId="2326490536" sldId="294"/>
            <ac:spMk id="118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7:54.631" v="697" actId="255"/>
          <ac:spMkLst>
            <pc:docMk/>
            <pc:sldMk cId="2326490536" sldId="294"/>
            <ac:spMk id="119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8:37.335" v="701" actId="255"/>
          <ac:spMkLst>
            <pc:docMk/>
            <pc:sldMk cId="2326490536" sldId="294"/>
            <ac:spMk id="120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7:09.059" v="691" actId="255"/>
          <ac:spMkLst>
            <pc:docMk/>
            <pc:sldMk cId="2326490536" sldId="294"/>
            <ac:spMk id="121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4:17.509" v="668"/>
          <ac:spMkLst>
            <pc:docMk/>
            <pc:sldMk cId="2326490536" sldId="294"/>
            <ac:spMk id="122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4:17.510" v="672"/>
          <ac:spMkLst>
            <pc:docMk/>
            <pc:sldMk cId="2326490536" sldId="294"/>
            <ac:spMk id="123" creationId="{00000000-0000-0000-0000-000000000000}"/>
          </ac:spMkLst>
        </pc:spChg>
        <pc:spChg chg="mod">
          <ac:chgData name="ronald moura" userId="f2676d326ee30925" providerId="LiveId" clId="{201F9544-7DE9-5744-9D28-E969B20B01A3}" dt="2026-06-08T13:24:17.510" v="676"/>
          <ac:spMkLst>
            <pc:docMk/>
            <pc:sldMk cId="2326490536" sldId="294"/>
            <ac:spMk id="1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Hoje</a:t>
            </a:r>
            <a:r>
              <a:rPr dirty="0"/>
              <a:t> </a:t>
            </a:r>
            <a:r>
              <a:rPr dirty="0" err="1"/>
              <a:t>eu</a:t>
            </a:r>
            <a:r>
              <a:rPr dirty="0"/>
              <a:t> </a:t>
            </a:r>
            <a:r>
              <a:rPr dirty="0" err="1"/>
              <a:t>trouxe</a:t>
            </a:r>
            <a:r>
              <a:rPr dirty="0"/>
              <a:t> </a:t>
            </a:r>
            <a:r>
              <a:rPr dirty="0" err="1"/>
              <a:t>muitos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. Mas </a:t>
            </a:r>
            <a:r>
              <a:rPr dirty="0" err="1"/>
              <a:t>quero</a:t>
            </a:r>
            <a:r>
              <a:rPr dirty="0"/>
              <a:t> </a:t>
            </a:r>
            <a:r>
              <a:rPr dirty="0" err="1"/>
              <a:t>combinar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coisa</a:t>
            </a:r>
            <a:r>
              <a:rPr dirty="0"/>
              <a:t> logo no </a:t>
            </a:r>
            <a:r>
              <a:rPr dirty="0" err="1"/>
              <a:t>começo</a:t>
            </a:r>
            <a:r>
              <a:rPr dirty="0"/>
              <a:t>: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ponto</a:t>
            </a:r>
            <a:r>
              <a:rPr dirty="0"/>
              <a:t>, </a:t>
            </a:r>
            <a:r>
              <a:rPr dirty="0" err="1"/>
              <a:t>cada</a:t>
            </a:r>
            <a:r>
              <a:rPr dirty="0"/>
              <a:t> barra </a:t>
            </a:r>
            <a:r>
              <a:rPr dirty="0" err="1"/>
              <a:t>desses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pessoa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você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Valide a experiência da plateia. Quem vive com HS sabe: não é 'só um caroço'. É dor, é recidiva, é impacto profundo na vida.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Desmistifique: são dados anônimos e protegidos. É como contar quantas pessoas passaram por uma porta, sem saber quem são.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 os dados mostram poucos casos em um lugar, isso pode não significar 'pouca doença'. Pode significar 'pouca gente conseguindo ser atendida'.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Esse perfil provavelmente se parece com muitos de vocês aqui. É uma doença que atinge pessoas no auge da vida produtiva e pessoal — sobretudo mulheres jovens.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HS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exista</a:t>
            </a:r>
            <a:r>
              <a:rPr dirty="0"/>
              <a:t> no Norte e no Nordeste.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,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muitos</a:t>
            </a:r>
            <a:r>
              <a:rPr dirty="0"/>
              <a:t> </a:t>
            </a:r>
            <a:r>
              <a:rPr dirty="0" err="1"/>
              <a:t>lugares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há</a:t>
            </a:r>
            <a:r>
              <a:rPr dirty="0"/>
              <a:t> quem </a:t>
            </a:r>
            <a:r>
              <a:rPr dirty="0" err="1"/>
              <a:t>diagnostique</a:t>
            </a:r>
            <a:r>
              <a:rPr dirty="0"/>
              <a:t>. Onde </a:t>
            </a:r>
            <a:r>
              <a:rPr dirty="0" err="1"/>
              <a:t>há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dermatologistas</a:t>
            </a:r>
            <a:r>
              <a:rPr dirty="0"/>
              <a:t>, </a:t>
            </a:r>
            <a:r>
              <a:rPr dirty="0" err="1"/>
              <a:t>encontra</a:t>
            </a:r>
            <a:r>
              <a:rPr dirty="0"/>
              <a:t>-se </a:t>
            </a:r>
            <a:r>
              <a:rPr dirty="0" err="1"/>
              <a:t>mais</a:t>
            </a:r>
            <a:r>
              <a:rPr dirty="0"/>
              <a:t> HS — a </a:t>
            </a:r>
            <a:r>
              <a:rPr dirty="0" err="1"/>
              <a:t>diferença</a:t>
            </a:r>
            <a:r>
              <a:rPr dirty="0"/>
              <a:t> de </a:t>
            </a:r>
            <a:r>
              <a:rPr dirty="0" err="1"/>
              <a:t>oferta</a:t>
            </a:r>
            <a:r>
              <a:rPr dirty="0"/>
              <a:t> </a:t>
            </a:r>
            <a:r>
              <a:rPr dirty="0" err="1"/>
              <a:t>chega</a:t>
            </a:r>
            <a:r>
              <a:rPr dirty="0"/>
              <a:t> a 6 </a:t>
            </a:r>
            <a:r>
              <a:rPr dirty="0" err="1"/>
              <a:t>vezes</a:t>
            </a:r>
            <a:r>
              <a:rPr dirty="0"/>
              <a:t> entre </a:t>
            </a:r>
            <a:r>
              <a:rPr dirty="0" err="1"/>
              <a:t>estados</a:t>
            </a:r>
            <a:r>
              <a:rPr dirty="0"/>
              <a:t>. Uma </a:t>
            </a:r>
            <a:r>
              <a:rPr dirty="0" err="1"/>
              <a:t>doença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ninguém</a:t>
            </a:r>
            <a:r>
              <a:rPr dirty="0"/>
              <a:t> </a:t>
            </a:r>
            <a:r>
              <a:rPr dirty="0" err="1"/>
              <a:t>vê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doença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ninguém</a:t>
            </a:r>
            <a:r>
              <a:rPr dirty="0"/>
              <a:t> </a:t>
            </a:r>
            <a:r>
              <a:rPr dirty="0" err="1"/>
              <a:t>trata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boa </a:t>
            </a:r>
            <a:r>
              <a:rPr dirty="0" err="1"/>
              <a:t>notícia</a:t>
            </a:r>
            <a:r>
              <a:rPr dirty="0"/>
              <a:t>: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pessoas</a:t>
            </a:r>
            <a:r>
              <a:rPr dirty="0"/>
              <a:t> </a:t>
            </a:r>
            <a:r>
              <a:rPr dirty="0" err="1"/>
              <a:t>estão</a:t>
            </a:r>
            <a:r>
              <a:rPr dirty="0"/>
              <a:t> </a:t>
            </a:r>
            <a:r>
              <a:rPr dirty="0" err="1"/>
              <a:t>sendo</a:t>
            </a:r>
            <a:r>
              <a:rPr dirty="0"/>
              <a:t> vistas. Mas a </a:t>
            </a:r>
            <a:r>
              <a:rPr dirty="0" err="1"/>
              <a:t>pergunta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: </a:t>
            </a:r>
            <a:r>
              <a:rPr dirty="0" err="1"/>
              <a:t>todas</a:t>
            </a:r>
            <a:r>
              <a:rPr dirty="0"/>
              <a:t> as </a:t>
            </a:r>
            <a:r>
              <a:rPr dirty="0" err="1"/>
              <a:t>regiões</a:t>
            </a:r>
            <a:r>
              <a:rPr dirty="0"/>
              <a:t> </a:t>
            </a:r>
            <a:r>
              <a:rPr dirty="0" err="1"/>
              <a:t>cresceram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?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a </a:t>
            </a:r>
            <a:r>
              <a:rPr dirty="0" err="1"/>
              <a:t>gente</a:t>
            </a:r>
            <a:r>
              <a:rPr dirty="0"/>
              <a:t> </a:t>
            </a:r>
            <a:r>
              <a:rPr dirty="0" err="1"/>
              <a:t>descobre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. (</a:t>
            </a:r>
            <a:r>
              <a:rPr dirty="0" err="1"/>
              <a:t>Dica</a:t>
            </a:r>
            <a:r>
              <a:rPr dirty="0"/>
              <a:t>: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arte</a:t>
            </a:r>
            <a:r>
              <a:rPr dirty="0"/>
              <a:t> final, </a:t>
            </a:r>
            <a:r>
              <a:rPr dirty="0" err="1"/>
              <a:t>simplifique</a:t>
            </a:r>
            <a:r>
              <a:rPr dirty="0"/>
              <a:t> para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a </a:t>
            </a:r>
            <a:r>
              <a:rPr dirty="0" err="1"/>
              <a:t>linha</a:t>
            </a:r>
            <a:r>
              <a:rPr dirty="0"/>
              <a:t> do </a:t>
            </a:r>
            <a:r>
              <a:rPr dirty="0" err="1"/>
              <a:t>atendimento</a:t>
            </a:r>
            <a:r>
              <a:rPr dirty="0"/>
              <a:t> ambulatorial </a:t>
            </a:r>
            <a:r>
              <a:rPr dirty="0" err="1"/>
              <a:t>subindo</a:t>
            </a:r>
            <a:r>
              <a:rPr dirty="0"/>
              <a:t>.)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dos </a:t>
            </a:r>
            <a:r>
              <a:rPr dirty="0" err="1"/>
              <a:t>atendimentos</a:t>
            </a:r>
            <a:r>
              <a:rPr dirty="0"/>
              <a:t> </a:t>
            </a:r>
            <a:r>
              <a:rPr dirty="0" err="1"/>
              <a:t>hoje</a:t>
            </a:r>
            <a:r>
              <a:rPr lang="it-IT" dirty="0"/>
              <a:t> (cerca de 90%)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a </a:t>
            </a:r>
            <a:r>
              <a:rPr dirty="0" err="1"/>
              <a:t>entrega</a:t>
            </a:r>
            <a:r>
              <a:rPr dirty="0"/>
              <a:t> do </a:t>
            </a:r>
            <a:r>
              <a:rPr dirty="0" err="1"/>
              <a:t>medicamento</a:t>
            </a:r>
            <a:r>
              <a:rPr dirty="0"/>
              <a:t> </a:t>
            </a:r>
            <a:r>
              <a:rPr dirty="0" err="1"/>
              <a:t>biológico</a:t>
            </a:r>
            <a:r>
              <a:rPr dirty="0"/>
              <a:t> (</a:t>
            </a:r>
            <a:r>
              <a:rPr dirty="0" err="1"/>
              <a:t>adalimumabe</a:t>
            </a:r>
            <a:r>
              <a:rPr dirty="0"/>
              <a:t>). </a:t>
            </a:r>
            <a:r>
              <a:rPr dirty="0" err="1"/>
              <a:t>Biossimilar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remédio</a:t>
            </a:r>
            <a:r>
              <a:rPr dirty="0"/>
              <a:t> de </a:t>
            </a:r>
            <a:r>
              <a:rPr dirty="0" err="1"/>
              <a:t>segunda</a:t>
            </a:r>
            <a:r>
              <a:rPr dirty="0"/>
              <a:t> </a:t>
            </a:r>
            <a:r>
              <a:rPr dirty="0" err="1"/>
              <a:t>linha</a:t>
            </a:r>
            <a:r>
              <a:rPr dirty="0"/>
              <a:t>: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equivalente</a:t>
            </a:r>
            <a:r>
              <a:rPr dirty="0"/>
              <a:t>, com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eficácia</a:t>
            </a:r>
            <a:r>
              <a:rPr dirty="0"/>
              <a:t> e </a:t>
            </a:r>
            <a:r>
              <a:rPr dirty="0" err="1"/>
              <a:t>segurança</a:t>
            </a:r>
            <a:r>
              <a:rPr dirty="0"/>
              <a:t>, </a:t>
            </a:r>
            <a:r>
              <a:rPr dirty="0" err="1"/>
              <a:t>custando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. Cada real </a:t>
            </a:r>
            <a:r>
              <a:rPr dirty="0" err="1"/>
              <a:t>economizado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virar</a:t>
            </a:r>
            <a:r>
              <a:rPr dirty="0"/>
              <a:t> </a:t>
            </a:r>
            <a:r>
              <a:rPr dirty="0" err="1"/>
              <a:t>acesso</a:t>
            </a:r>
            <a:r>
              <a:rPr dirty="0"/>
              <a:t> para </a:t>
            </a:r>
            <a:r>
              <a:rPr dirty="0" err="1"/>
              <a:t>outra</a:t>
            </a:r>
            <a:r>
              <a:rPr dirty="0"/>
              <a:t> </a:t>
            </a:r>
            <a:r>
              <a:rPr dirty="0" err="1"/>
              <a:t>pessoa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HS raramente mata — mas afeta profundamente o viver. E o sistema ainda registra mal tudo o que vem junto com ela.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Enquadre como direito e esperança: essas não são ideias soltas — saem diretamente do que os dados mostraram. São pedidos legítimos de quem usa o SUS.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200" noProof="1">
                <a:solidFill>
                  <a:srgbClr val="3E2A4D">
                    <a:alpha val="100000"/>
                  </a:srgbClr>
                </a:solidFill>
                <a:latin typeface="+mn-lt"/>
                <a:cs typeface="Calibri"/>
                <a:sym typeface="Calibri"/>
              </a:rPr>
              <a:t>•  Serviço de referência em dermatologia da sua região.</a:t>
            </a:r>
          </a:p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200" noProof="1">
                <a:solidFill>
                  <a:srgbClr val="3E2A4D">
                    <a:alpha val="100000"/>
                  </a:srgbClr>
                </a:solidFill>
                <a:latin typeface="+mn-lt"/>
                <a:cs typeface="Calibri"/>
                <a:sym typeface="Calibri"/>
              </a:rPr>
              <a:t>•  Associações de pacientes com HS (apoio e informação).</a:t>
            </a:r>
          </a:p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200" noProof="1">
                <a:solidFill>
                  <a:srgbClr val="3E2A4D">
                    <a:alpha val="100000"/>
                  </a:srgbClr>
                </a:solidFill>
                <a:latin typeface="+mn-lt"/>
                <a:cs typeface="Calibri"/>
                <a:sym typeface="Calibri"/>
              </a:rPr>
              <a:t>•  Canais de informação confiáveis sobre a doença e o tratamento.</a:t>
            </a:r>
          </a:p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200" noProof="1">
                <a:solidFill>
                  <a:srgbClr val="3E2A4D">
                    <a:alpha val="100000"/>
                  </a:srgbClr>
                </a:solidFill>
                <a:latin typeface="+mn-lt"/>
                <a:cs typeface="Calibri"/>
                <a:sym typeface="Calibri"/>
              </a:rPr>
              <a:t>•  Obrigado por confiarem a mim a tarefa de contar a história de vocês com respeito.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97821"/>
            <a:ext cx="58293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3305178"/>
            <a:ext cx="5829300" cy="1021556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00153"/>
            <a:ext cx="3028950" cy="3394472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00153"/>
            <a:ext cx="3028950" cy="3394472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2" y="1151335"/>
            <a:ext cx="3030141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2" y="1631156"/>
            <a:ext cx="3030141" cy="2963466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1151335"/>
            <a:ext cx="3031331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1631156"/>
            <a:ext cx="3031331" cy="2963466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0153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67265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67265"/>
            <a:ext cx="2171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67265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>
        <p:nvSpPr>
          <p:cNvPr id="900" name="LeftAccentBar"/>
          <p:cNvSpPr/>
          <p:nvPr/>
        </p:nvSpPr>
        <p:spPr>
          <a:xfrm>
            <a:off x="0" y="0"/>
            <a:ext cx="68580" cy="5143500"/>
          </a:xfrm>
          <a:prstGeom prst="rect">
            <a:avLst/>
          </a:prstGeom>
          <a:solidFill>
            <a:srgbClr val="5C3F6C"/>
          </a:solidFill>
          <a:ln>
            <a:noFill/>
          </a:ln>
        </p:spPr>
        <p:txBody>
          <a:bodyPr/>
          <a:lstStyle/>
          <a:p>
            <a:endParaRPr sz="1013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rgbClr val="3E2A4D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3E2A4D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3F6C"/>
          </a:solidFill>
          <a:ln>
            <a:noFill/>
          </a:ln>
        </p:spPr>
        <p:txBody>
          <a:bodyPr/>
          <a:lstStyle/>
          <a:p>
            <a:endParaRPr lang="pt-BR" sz="1013" noProof="1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685800" y="1778000"/>
            <a:ext cx="6982544" cy="1905000"/>
          </a:xfrm>
        </p:spPr>
        <p:txBody>
          <a:bodyPr/>
          <a:lstStyle/>
          <a:p>
            <a:pPr marL="0">
              <a:buNone/>
            </a:pPr>
            <a:r>
              <a:rPr lang="pt-BR" sz="4000" b="1" noProof="1">
                <a:solidFill>
                  <a:srgbClr val="FFFFFF"/>
                </a:solidFill>
                <a:latin typeface="Calibri"/>
                <a:cs typeface="Calibri"/>
              </a:rPr>
              <a:t>Hidradenite no SUS</a:t>
            </a:r>
          </a:p>
          <a:p>
            <a:pPr marL="0">
              <a:buNone/>
            </a:pPr>
            <a:r>
              <a:rPr lang="pt-BR" noProof="1">
                <a:solidFill>
                  <a:schemeClr val="accent5"/>
                </a:solidFill>
                <a:cs typeface="Calibri"/>
              </a:rPr>
              <a:t>Uma conversa sobre números — e sobre pessoas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685800" y="3962400"/>
            <a:ext cx="5588000" cy="508000"/>
          </a:xfrm>
        </p:spPr>
        <p:txBody>
          <a:bodyPr/>
          <a:lstStyle/>
          <a:p>
            <a:pPr marL="0">
              <a:buNone/>
            </a:pPr>
            <a:r>
              <a:rPr lang="pt-BR" sz="1600" noProof="1">
                <a:solidFill>
                  <a:schemeClr val="accent5"/>
                </a:solidFill>
                <a:latin typeface="Calibri"/>
                <a:cs typeface="Calibri"/>
              </a:rPr>
              <a:t>Ronald Moura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EC21D-678F-194E-9741-8EE1C0FF74E0}"/>
              </a:ext>
            </a:extLst>
          </p:cNvPr>
          <p:cNvSpPr/>
          <p:nvPr/>
        </p:nvSpPr>
        <p:spPr>
          <a:xfrm>
            <a:off x="711200" y="1549400"/>
            <a:ext cx="685800" cy="38100"/>
          </a:xfrm>
          <a:prstGeom prst="rect">
            <a:avLst/>
          </a:prstGeom>
          <a:solidFill>
            <a:srgbClr val="D8B4C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013" noProof="1"/>
          </a:p>
        </p:txBody>
      </p:sp>
    </p:spTree>
    <p:extLst>
      <p:ext uri="{BB962C8B-B14F-4D97-AF65-F5344CB8AC3E}">
        <p14:creationId xmlns:p14="http://schemas.microsoft.com/office/powerpoint/2010/main" val="324353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508000" y="304800"/>
            <a:ext cx="8128000" cy="5080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lang="pt-BR" sz="2250" b="1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O que é a Hidradenite Supurativa?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8000" y="1143000"/>
            <a:ext cx="4572000" cy="3683000"/>
          </a:xfrm>
        </p:spPr>
        <p:txBody>
          <a:bodyPr/>
          <a:lstStyle/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650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Doença crônica, inflamatória e dolorosa da pele.</a:t>
            </a:r>
          </a:p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650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Costuma começar jovem e atinge mais mulheres.</a:t>
            </a:r>
          </a:p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650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Não é falta de higiene e não é contagiosa.</a:t>
            </a:r>
          </a:p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650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Impacta muito a qualidade de vida: dor, recidiva, trabalho, sono, autoestima.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F155AE-13CF-5041-9B6A-AF14371EEF38}"/>
              </a:ext>
            </a:extLst>
          </p:cNvPr>
          <p:cNvSpPr/>
          <p:nvPr/>
        </p:nvSpPr>
        <p:spPr>
          <a:xfrm>
            <a:off x="5461000" y="1270000"/>
            <a:ext cx="736600" cy="736600"/>
          </a:xfrm>
          <a:prstGeom prst="ellipse">
            <a:avLst/>
          </a:prstGeom>
          <a:solidFill>
            <a:srgbClr val="81609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5" name="Circular Arrow 4">
            <a:extLst>
              <a:ext uri="{FF2B5EF4-FFF2-40B4-BE49-F238E27FC236}">
                <a16:creationId xmlns:a16="http://schemas.microsoft.com/office/drawing/2014/main" id="{44DD5422-B20B-0140-840C-14F2C70A9A5C}"/>
              </a:ext>
            </a:extLst>
          </p:cNvPr>
          <p:cNvSpPr/>
          <p:nvPr/>
        </p:nvSpPr>
        <p:spPr>
          <a:xfrm>
            <a:off x="5664200" y="1473200"/>
            <a:ext cx="330200" cy="330200"/>
          </a:xfrm>
          <a:prstGeom prst="circularArrow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B3B0B-571E-C84E-B6C4-83B3F195F20E}"/>
              </a:ext>
            </a:extLst>
          </p:cNvPr>
          <p:cNvSpPr txBox="1"/>
          <p:nvPr/>
        </p:nvSpPr>
        <p:spPr>
          <a:xfrm>
            <a:off x="6426200" y="1270000"/>
            <a:ext cx="2235200" cy="736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pt-BR" sz="1700" b="1" noProof="1">
                <a:solidFill>
                  <a:srgbClr val="3E2A4D"/>
                </a:solidFill>
                <a:latin typeface="Calibri"/>
                <a:cs typeface="Calibri"/>
              </a:rPr>
              <a:t>Crônica
e recidivante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0CDD83-A865-6B4D-9083-174D5541E4B9}"/>
              </a:ext>
            </a:extLst>
          </p:cNvPr>
          <p:cNvSpPr/>
          <p:nvPr/>
        </p:nvSpPr>
        <p:spPr>
          <a:xfrm>
            <a:off x="5461000" y="2514600"/>
            <a:ext cx="736600" cy="736600"/>
          </a:xfrm>
          <a:prstGeom prst="ellipse">
            <a:avLst/>
          </a:prstGeom>
          <a:solidFill>
            <a:srgbClr val="81609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CF979F5D-5281-0F4A-AEE2-776B29468CFC}"/>
              </a:ext>
            </a:extLst>
          </p:cNvPr>
          <p:cNvSpPr/>
          <p:nvPr/>
        </p:nvSpPr>
        <p:spPr>
          <a:xfrm>
            <a:off x="5664200" y="2717800"/>
            <a:ext cx="330200" cy="330200"/>
          </a:xfrm>
          <a:prstGeom prst="lightningBol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F1DEAB-D11C-E64B-B3E9-E20C5FBF303E}"/>
              </a:ext>
            </a:extLst>
          </p:cNvPr>
          <p:cNvSpPr txBox="1"/>
          <p:nvPr/>
        </p:nvSpPr>
        <p:spPr>
          <a:xfrm>
            <a:off x="6426200" y="2514600"/>
            <a:ext cx="2235200" cy="736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pt-BR" sz="1700" b="1" noProof="1">
                <a:solidFill>
                  <a:srgbClr val="3E2A4D"/>
                </a:solidFill>
                <a:latin typeface="Calibri"/>
                <a:cs typeface="Calibri"/>
              </a:rPr>
              <a:t>Dor que
limita o dia a dia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664075-A7BB-6E4F-83A8-5ED00163C429}"/>
              </a:ext>
            </a:extLst>
          </p:cNvPr>
          <p:cNvSpPr/>
          <p:nvPr/>
        </p:nvSpPr>
        <p:spPr>
          <a:xfrm>
            <a:off x="5461000" y="3759200"/>
            <a:ext cx="736600" cy="736600"/>
          </a:xfrm>
          <a:prstGeom prst="ellipse">
            <a:avLst/>
          </a:prstGeom>
          <a:solidFill>
            <a:srgbClr val="81609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11" name="Heart 10">
            <a:extLst>
              <a:ext uri="{FF2B5EF4-FFF2-40B4-BE49-F238E27FC236}">
                <a16:creationId xmlns:a16="http://schemas.microsoft.com/office/drawing/2014/main" id="{2D166080-E428-0C4B-B067-0E1C9F705EA9}"/>
              </a:ext>
            </a:extLst>
          </p:cNvPr>
          <p:cNvSpPr/>
          <p:nvPr/>
        </p:nvSpPr>
        <p:spPr>
          <a:xfrm>
            <a:off x="5664200" y="3962400"/>
            <a:ext cx="330200" cy="330200"/>
          </a:xfrm>
          <a:prstGeom prst="hear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E5811-3A32-0E4F-BF96-6D7B188E00C4}"/>
              </a:ext>
            </a:extLst>
          </p:cNvPr>
          <p:cNvSpPr txBox="1"/>
          <p:nvPr/>
        </p:nvSpPr>
        <p:spPr>
          <a:xfrm>
            <a:off x="6426200" y="3759200"/>
            <a:ext cx="2235200" cy="736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pt-BR" sz="1700" b="1" noProof="1">
                <a:solidFill>
                  <a:srgbClr val="3E2A4D"/>
                </a:solidFill>
                <a:latin typeface="Calibri"/>
                <a:cs typeface="Calibri"/>
              </a:rPr>
              <a:t>Afeta a
qualidade de vida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23DB-ED9B-78AC-CF5B-76D5D6BA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28600"/>
            <a:ext cx="8128000" cy="558800"/>
          </a:xfrm>
        </p:spPr>
        <p:txBody>
          <a:bodyPr/>
          <a:lstStyle/>
          <a:p>
            <a:pPr marL="0" algn="l">
              <a:spcBef>
                <a:spcPts val="0"/>
              </a:spcBef>
              <a:buNone/>
            </a:pPr>
            <a:r>
              <a:rPr lang="pt-BR" sz="2250" b="1" noProof="1">
                <a:solidFill>
                  <a:srgbClr val="3E2A4D"/>
                </a:solidFill>
                <a:latin typeface="Calibri"/>
                <a:cs typeface="Calibri"/>
              </a:rPr>
              <a:t>O caminho do paciente com HS no SUS</a:t>
            </a:r>
          </a:p>
        </p:txBody>
      </p:sp>
      <p:sp>
        <p:nvSpPr>
          <p:cNvPr id="101" name="flow_101"/>
          <p:cNvSpPr/>
          <p:nvPr/>
        </p:nvSpPr>
        <p:spPr>
          <a:xfrm>
            <a:off x="508000" y="812800"/>
            <a:ext cx="812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t">
            <a:normAutofit lnSpcReduction="10000"/>
          </a:bodyPr>
          <a:lstStyle/>
          <a:p>
            <a:pPr algn="l">
              <a:buNone/>
            </a:pPr>
            <a:r>
              <a:rPr lang="pt-BR" sz="1400" b="0" noProof="1">
                <a:solidFill>
                  <a:srgbClr val="5C3F6C"/>
                </a:solidFill>
                <a:latin typeface="Calibri"/>
                <a:cs typeface="Calibri"/>
              </a:rPr>
              <a:t>Da suspeita na atenção primária ao registro nos sistemas do DataSUS</a:t>
            </a:r>
          </a:p>
        </p:txBody>
      </p:sp>
      <p:sp>
        <p:nvSpPr>
          <p:cNvPr id="102" name="flow_102"/>
          <p:cNvSpPr/>
          <p:nvPr/>
        </p:nvSpPr>
        <p:spPr>
          <a:xfrm>
            <a:off x="508000" y="1422400"/>
            <a:ext cx="1854200" cy="3098800"/>
          </a:xfrm>
          <a:prstGeom prst="roundRect">
            <a:avLst>
              <a:gd name="adj" fmla="val 8000"/>
            </a:avLst>
          </a:prstGeom>
          <a:solidFill>
            <a:srgbClr val="E9CDC9"/>
          </a:solidFill>
          <a:ln>
            <a:noFill/>
          </a:ln>
        </p:spPr>
        <p:txBody>
          <a:bodyPr wrap="square" lIns="101600" tIns="76200" rIns="101600" bIns="76200" anchor="t">
            <a:normAutofit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03" name="flow_103"/>
          <p:cNvSpPr/>
          <p:nvPr/>
        </p:nvSpPr>
        <p:spPr>
          <a:xfrm>
            <a:off x="1219200" y="1600200"/>
            <a:ext cx="431800" cy="431800"/>
          </a:xfrm>
          <a:prstGeom prst="ellipse">
            <a:avLst/>
          </a:prstGeom>
          <a:solidFill>
            <a:srgbClr val="5C3F6C"/>
          </a:solidFill>
          <a:ln>
            <a:noFill/>
          </a:ln>
        </p:spPr>
        <p:txBody>
          <a:bodyPr wrap="square" lIns="0" tIns="76200" rIns="0" bIns="76200" anchor="ctr">
            <a:normAutofit fontScale="77500" lnSpcReduction="20000"/>
          </a:bodyPr>
          <a:lstStyle/>
          <a:p>
            <a:pPr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4" name="flow_104"/>
          <p:cNvSpPr/>
          <p:nvPr/>
        </p:nvSpPr>
        <p:spPr>
          <a:xfrm>
            <a:off x="584200" y="2133600"/>
            <a:ext cx="1701800" cy="635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76200" rIns="25400" bIns="76200" anchor="t">
            <a:noAutofit/>
          </a:bodyPr>
          <a:lstStyle/>
          <a:p>
            <a:pPr algn="ctr">
              <a:buNone/>
            </a:pPr>
            <a:r>
              <a:rPr lang="pt-BR" sz="2000" b="1" noProof="1">
                <a:solidFill>
                  <a:srgbClr val="3E2A4D"/>
                </a:solidFill>
                <a:latin typeface="Calibri"/>
                <a:cs typeface="Calibri"/>
              </a:rPr>
              <a:t>Atenção Primária</a:t>
            </a:r>
          </a:p>
        </p:txBody>
      </p:sp>
      <p:sp>
        <p:nvSpPr>
          <p:cNvPr id="105" name="flow_105"/>
          <p:cNvSpPr/>
          <p:nvPr/>
        </p:nvSpPr>
        <p:spPr>
          <a:xfrm>
            <a:off x="609600" y="2794000"/>
            <a:ext cx="165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76200" rIns="25400" bIns="76200" anchor="t">
            <a:normAutofit/>
          </a:bodyPr>
          <a:lstStyle/>
          <a:p>
            <a:pPr algn="ctr">
              <a:buNone/>
            </a:pPr>
            <a:r>
              <a:rPr lang="pt-BR" sz="1400" b="0" noProof="1">
                <a:solidFill>
                  <a:srgbClr val="3E2A4D"/>
                </a:solidFill>
                <a:latin typeface="Calibri"/>
                <a:cs typeface="Calibri"/>
              </a:rPr>
              <a:t>UBS: porta de entrada. Identificação das lesões e suspeita de HS.</a:t>
            </a:r>
          </a:p>
        </p:txBody>
      </p:sp>
      <p:sp>
        <p:nvSpPr>
          <p:cNvPr id="106" name="flow_106"/>
          <p:cNvSpPr/>
          <p:nvPr/>
        </p:nvSpPr>
        <p:spPr>
          <a:xfrm>
            <a:off x="800100" y="40386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5C3F6C"/>
          </a:solidFill>
          <a:ln>
            <a:noFill/>
          </a:ln>
        </p:spPr>
        <p:txBody>
          <a:bodyPr wrap="square" lIns="25400" tIns="76200" rIns="25400" bIns="76200" anchor="ctr">
            <a:noAutofit/>
          </a:bodyPr>
          <a:lstStyle/>
          <a:p>
            <a:pPr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libri"/>
                <a:cs typeface="Calibri"/>
              </a:rPr>
              <a:t>e-SUS APS</a:t>
            </a:r>
          </a:p>
        </p:txBody>
      </p:sp>
      <p:sp>
        <p:nvSpPr>
          <p:cNvPr id="107" name="flow_107"/>
          <p:cNvSpPr/>
          <p:nvPr/>
        </p:nvSpPr>
        <p:spPr>
          <a:xfrm>
            <a:off x="2565400" y="1422400"/>
            <a:ext cx="1854200" cy="3098800"/>
          </a:xfrm>
          <a:prstGeom prst="roundRect">
            <a:avLst>
              <a:gd name="adj" fmla="val 8000"/>
            </a:avLst>
          </a:prstGeom>
          <a:solidFill>
            <a:srgbClr val="E9CDC9"/>
          </a:solidFill>
          <a:ln>
            <a:noFill/>
          </a:ln>
        </p:spPr>
        <p:txBody>
          <a:bodyPr wrap="square" lIns="101600" tIns="76200" rIns="101600" bIns="76200" anchor="t">
            <a:normAutofit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08" name="flow_108"/>
          <p:cNvSpPr/>
          <p:nvPr/>
        </p:nvSpPr>
        <p:spPr>
          <a:xfrm>
            <a:off x="3276600" y="1600200"/>
            <a:ext cx="431800" cy="431800"/>
          </a:xfrm>
          <a:prstGeom prst="ellipse">
            <a:avLst/>
          </a:prstGeom>
          <a:solidFill>
            <a:srgbClr val="5C3F6C"/>
          </a:solidFill>
          <a:ln>
            <a:noFill/>
          </a:ln>
        </p:spPr>
        <p:txBody>
          <a:bodyPr wrap="square" lIns="0" tIns="76200" rIns="0" bIns="76200" anchor="ctr">
            <a:normAutofit fontScale="77500" lnSpcReduction="20000"/>
          </a:bodyPr>
          <a:lstStyle/>
          <a:p>
            <a:pPr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9" name="flow_109"/>
          <p:cNvSpPr/>
          <p:nvPr/>
        </p:nvSpPr>
        <p:spPr>
          <a:xfrm>
            <a:off x="2641600" y="2133600"/>
            <a:ext cx="1701800" cy="635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76200" rIns="25400" bIns="76200" anchor="t">
            <a:noAutofit/>
          </a:bodyPr>
          <a:lstStyle/>
          <a:p>
            <a:pPr algn="ctr">
              <a:buNone/>
            </a:pPr>
            <a:r>
              <a:rPr lang="pt-BR" sz="2000" b="1" noProof="1">
                <a:solidFill>
                  <a:srgbClr val="3E2A4D"/>
                </a:solidFill>
                <a:latin typeface="Calibri"/>
                <a:cs typeface="Calibri"/>
              </a:rPr>
              <a:t>Atenção Especializada</a:t>
            </a:r>
          </a:p>
        </p:txBody>
      </p:sp>
      <p:sp>
        <p:nvSpPr>
          <p:cNvPr id="110" name="flow_110"/>
          <p:cNvSpPr/>
          <p:nvPr/>
        </p:nvSpPr>
        <p:spPr>
          <a:xfrm>
            <a:off x="2667000" y="2794000"/>
            <a:ext cx="165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76200" rIns="25400" bIns="76200" anchor="t">
            <a:normAutofit/>
          </a:bodyPr>
          <a:lstStyle/>
          <a:p>
            <a:pPr algn="ctr">
              <a:buNone/>
            </a:pPr>
            <a:r>
              <a:rPr lang="pt-BR" sz="1400" b="0" noProof="1">
                <a:solidFill>
                  <a:srgbClr val="3E2A4D"/>
                </a:solidFill>
                <a:latin typeface="Calibri"/>
                <a:cs typeface="Calibri"/>
              </a:rPr>
              <a:t>Dermatologia e cirurgia: diagnóstico confirmado e tratamento.</a:t>
            </a:r>
          </a:p>
        </p:txBody>
      </p:sp>
      <p:sp>
        <p:nvSpPr>
          <p:cNvPr id="111" name="flow_111"/>
          <p:cNvSpPr/>
          <p:nvPr/>
        </p:nvSpPr>
        <p:spPr>
          <a:xfrm>
            <a:off x="2857500" y="40386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5C3F6C"/>
          </a:solidFill>
          <a:ln>
            <a:noFill/>
          </a:ln>
        </p:spPr>
        <p:txBody>
          <a:bodyPr wrap="square" lIns="25400" tIns="76200" rIns="25400" bIns="76200" anchor="ctr">
            <a:noAutofit/>
          </a:bodyPr>
          <a:lstStyle/>
          <a:p>
            <a:pPr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libri"/>
                <a:cs typeface="Calibri"/>
              </a:rPr>
              <a:t>SIA/SUS</a:t>
            </a:r>
          </a:p>
        </p:txBody>
      </p:sp>
      <p:sp>
        <p:nvSpPr>
          <p:cNvPr id="112" name="flow_112"/>
          <p:cNvSpPr/>
          <p:nvPr/>
        </p:nvSpPr>
        <p:spPr>
          <a:xfrm>
            <a:off x="4622800" y="1422400"/>
            <a:ext cx="1854200" cy="3098800"/>
          </a:xfrm>
          <a:prstGeom prst="roundRect">
            <a:avLst>
              <a:gd name="adj" fmla="val 8000"/>
            </a:avLst>
          </a:prstGeom>
          <a:solidFill>
            <a:srgbClr val="E9CDC9"/>
          </a:solidFill>
          <a:ln>
            <a:noFill/>
          </a:ln>
        </p:spPr>
        <p:txBody>
          <a:bodyPr wrap="square" lIns="101600" tIns="76200" rIns="101600" bIns="76200" anchor="t">
            <a:normAutofit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13" name="flow_113"/>
          <p:cNvSpPr/>
          <p:nvPr/>
        </p:nvSpPr>
        <p:spPr>
          <a:xfrm>
            <a:off x="5334000" y="1600200"/>
            <a:ext cx="431800" cy="431800"/>
          </a:xfrm>
          <a:prstGeom prst="ellipse">
            <a:avLst/>
          </a:prstGeom>
          <a:solidFill>
            <a:srgbClr val="5C3F6C"/>
          </a:solidFill>
          <a:ln>
            <a:noFill/>
          </a:ln>
        </p:spPr>
        <p:txBody>
          <a:bodyPr wrap="square" lIns="0" tIns="76200" rIns="0" bIns="76200" anchor="ctr">
            <a:normAutofit fontScale="77500" lnSpcReduction="20000"/>
          </a:bodyPr>
          <a:lstStyle/>
          <a:p>
            <a:pPr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4" name="flow_114"/>
          <p:cNvSpPr/>
          <p:nvPr/>
        </p:nvSpPr>
        <p:spPr>
          <a:xfrm>
            <a:off x="4699000" y="2133600"/>
            <a:ext cx="1701800" cy="635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76200" rIns="25400" bIns="76200" anchor="t">
            <a:noAutofit/>
          </a:bodyPr>
          <a:lstStyle/>
          <a:p>
            <a:pPr algn="ctr">
              <a:buNone/>
            </a:pPr>
            <a:r>
              <a:rPr lang="pt-BR" sz="2000" b="1" noProof="1">
                <a:solidFill>
                  <a:srgbClr val="3E2A4D"/>
                </a:solidFill>
                <a:latin typeface="Calibri"/>
                <a:cs typeface="Calibri"/>
              </a:rPr>
              <a:t>Procedimentos e Internações</a:t>
            </a:r>
          </a:p>
        </p:txBody>
      </p:sp>
      <p:sp>
        <p:nvSpPr>
          <p:cNvPr id="115" name="flow_115"/>
          <p:cNvSpPr/>
          <p:nvPr/>
        </p:nvSpPr>
        <p:spPr>
          <a:xfrm>
            <a:off x="4724400" y="2794000"/>
            <a:ext cx="165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76200" rIns="25400" bIns="76200" anchor="t">
            <a:normAutofit/>
          </a:bodyPr>
          <a:lstStyle/>
          <a:p>
            <a:pPr algn="ctr">
              <a:buNone/>
            </a:pPr>
            <a:r>
              <a:rPr lang="pt-BR" sz="1400" b="0" noProof="1">
                <a:solidFill>
                  <a:srgbClr val="3E2A4D"/>
                </a:solidFill>
                <a:latin typeface="Calibri"/>
                <a:cs typeface="Calibri"/>
              </a:rPr>
              <a:t>Casos graves: drenagens, cirurgias e internações hospitalares.</a:t>
            </a:r>
          </a:p>
        </p:txBody>
      </p:sp>
      <p:sp>
        <p:nvSpPr>
          <p:cNvPr id="116" name="flow_116"/>
          <p:cNvSpPr/>
          <p:nvPr/>
        </p:nvSpPr>
        <p:spPr>
          <a:xfrm>
            <a:off x="4914900" y="40386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5C3F6C"/>
          </a:solidFill>
          <a:ln>
            <a:noFill/>
          </a:ln>
        </p:spPr>
        <p:txBody>
          <a:bodyPr wrap="square" lIns="25400" tIns="76200" rIns="25400" bIns="76200" anchor="ctr">
            <a:noAutofit/>
          </a:bodyPr>
          <a:lstStyle/>
          <a:p>
            <a:pPr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libri"/>
                <a:cs typeface="Calibri"/>
              </a:rPr>
              <a:t>SIH/SUS</a:t>
            </a:r>
          </a:p>
        </p:txBody>
      </p:sp>
      <p:sp>
        <p:nvSpPr>
          <p:cNvPr id="117" name="flow_117"/>
          <p:cNvSpPr/>
          <p:nvPr/>
        </p:nvSpPr>
        <p:spPr>
          <a:xfrm>
            <a:off x="6680200" y="1422400"/>
            <a:ext cx="1854200" cy="3098800"/>
          </a:xfrm>
          <a:prstGeom prst="roundRect">
            <a:avLst>
              <a:gd name="adj" fmla="val 8000"/>
            </a:avLst>
          </a:prstGeom>
          <a:solidFill>
            <a:srgbClr val="E9CDC9"/>
          </a:solidFill>
          <a:ln>
            <a:noFill/>
          </a:ln>
        </p:spPr>
        <p:txBody>
          <a:bodyPr wrap="square" lIns="101600" tIns="76200" rIns="101600" bIns="76200" anchor="t">
            <a:normAutofit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18" name="flow_118"/>
          <p:cNvSpPr/>
          <p:nvPr/>
        </p:nvSpPr>
        <p:spPr>
          <a:xfrm>
            <a:off x="7391400" y="1600200"/>
            <a:ext cx="431800" cy="431800"/>
          </a:xfrm>
          <a:prstGeom prst="ellipse">
            <a:avLst/>
          </a:prstGeom>
          <a:solidFill>
            <a:srgbClr val="5C3F6C"/>
          </a:solidFill>
          <a:ln>
            <a:noFill/>
          </a:ln>
        </p:spPr>
        <p:txBody>
          <a:bodyPr wrap="square" lIns="0" tIns="76200" rIns="0" bIns="76200" anchor="ctr">
            <a:normAutofit fontScale="77500" lnSpcReduction="20000"/>
          </a:bodyPr>
          <a:lstStyle/>
          <a:p>
            <a:pPr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19" name="flow_119"/>
          <p:cNvSpPr/>
          <p:nvPr/>
        </p:nvSpPr>
        <p:spPr>
          <a:xfrm>
            <a:off x="6756400" y="2133600"/>
            <a:ext cx="1701800" cy="635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76200" rIns="25400" bIns="76200" anchor="t">
            <a:normAutofit/>
          </a:bodyPr>
          <a:lstStyle/>
          <a:p>
            <a:pPr algn="ctr">
              <a:buNone/>
            </a:pPr>
            <a:r>
              <a:rPr lang="pt-BR" sz="2000" b="1" noProof="1">
                <a:solidFill>
                  <a:srgbClr val="3E2A4D"/>
                </a:solidFill>
                <a:latin typeface="Calibri"/>
                <a:cs typeface="Calibri"/>
              </a:rPr>
              <a:t>DataSUS</a:t>
            </a:r>
          </a:p>
        </p:txBody>
      </p:sp>
      <p:sp>
        <p:nvSpPr>
          <p:cNvPr id="120" name="flow_120"/>
          <p:cNvSpPr/>
          <p:nvPr/>
        </p:nvSpPr>
        <p:spPr>
          <a:xfrm>
            <a:off x="6781800" y="2794000"/>
            <a:ext cx="165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76200" rIns="25400" bIns="76200" anchor="t">
            <a:normAutofit/>
          </a:bodyPr>
          <a:lstStyle/>
          <a:p>
            <a:pPr algn="ctr">
              <a:buNone/>
            </a:pPr>
            <a:r>
              <a:rPr lang="pt-BR" sz="1400" b="0" noProof="1">
                <a:solidFill>
                  <a:srgbClr val="3E2A4D"/>
                </a:solidFill>
                <a:latin typeface="Calibri"/>
                <a:cs typeface="Calibri"/>
              </a:rPr>
              <a:t>Sistemas consolidam os registros que dimensionam a HS no país.</a:t>
            </a:r>
          </a:p>
        </p:txBody>
      </p:sp>
      <p:sp>
        <p:nvSpPr>
          <p:cNvPr id="121" name="flow_121"/>
          <p:cNvSpPr/>
          <p:nvPr/>
        </p:nvSpPr>
        <p:spPr>
          <a:xfrm>
            <a:off x="6972300" y="40386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5C3F6C"/>
          </a:solidFill>
          <a:ln>
            <a:noFill/>
          </a:ln>
        </p:spPr>
        <p:txBody>
          <a:bodyPr wrap="square" lIns="25400" tIns="76200" rIns="25400" bIns="76200" anchor="ctr">
            <a:noAutofit/>
          </a:bodyPr>
          <a:lstStyle/>
          <a:p>
            <a:pPr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libri"/>
                <a:cs typeface="Calibri"/>
              </a:rPr>
              <a:t>Tabnet</a:t>
            </a:r>
          </a:p>
        </p:txBody>
      </p:sp>
      <p:sp>
        <p:nvSpPr>
          <p:cNvPr id="122" name="flow_122"/>
          <p:cNvSpPr/>
          <p:nvPr/>
        </p:nvSpPr>
        <p:spPr>
          <a:xfrm>
            <a:off x="2336800" y="2806700"/>
            <a:ext cx="254000" cy="3302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816095"/>
          </a:solidFill>
          <a:ln>
            <a:noFill/>
          </a:ln>
        </p:spPr>
        <p:txBody>
          <a:bodyPr wrap="square" lIns="101600" tIns="76200" rIns="101600" bIns="76200" anchor="t">
            <a:normAutofit fontScale="25000" lnSpcReduction="20000"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23" name="flow_123"/>
          <p:cNvSpPr/>
          <p:nvPr/>
        </p:nvSpPr>
        <p:spPr>
          <a:xfrm>
            <a:off x="4394200" y="2806700"/>
            <a:ext cx="254000" cy="3302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816095"/>
          </a:solidFill>
          <a:ln>
            <a:noFill/>
          </a:ln>
        </p:spPr>
        <p:txBody>
          <a:bodyPr wrap="square" lIns="101600" tIns="76200" rIns="101600" bIns="76200" anchor="t">
            <a:normAutofit fontScale="25000" lnSpcReduction="20000"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24" name="flow_124"/>
          <p:cNvSpPr/>
          <p:nvPr/>
        </p:nvSpPr>
        <p:spPr>
          <a:xfrm>
            <a:off x="6451600" y="2806700"/>
            <a:ext cx="254000" cy="3302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816095"/>
          </a:solidFill>
          <a:ln>
            <a:noFill/>
          </a:ln>
        </p:spPr>
        <p:txBody>
          <a:bodyPr wrap="square" lIns="101600" tIns="76200" rIns="101600" bIns="76200" anchor="t">
            <a:normAutofit fontScale="25000" lnSpcReduction="20000"/>
          </a:bodyPr>
          <a:lstStyle/>
          <a:p>
            <a:pPr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49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508000" y="304800"/>
            <a:ext cx="8128000" cy="5080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lang="pt-BR" sz="2250" b="1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De onde vêm estes números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8000" y="889000"/>
            <a:ext cx="8128000" cy="685800"/>
          </a:xfrm>
        </p:spPr>
        <p:txBody>
          <a:bodyPr/>
          <a:lstStyle/>
          <a:p>
            <a:pPr marL="0">
              <a:spcAft>
                <a:spcPts val="600"/>
              </a:spcAft>
              <a:buNone/>
            </a:pPr>
            <a:r>
              <a:rPr lang="pt-BR" sz="1800" noProof="1">
                <a:solidFill>
                  <a:srgbClr val="3E2A4D"/>
                </a:solidFill>
                <a:latin typeface="Calibri"/>
                <a:cs typeface="Calibri"/>
              </a:rPr>
              <a:t>Cada atendimento no SUS gera um registro — sem nome, protegido. Olhamos milhões deles, de 2020 a 2025, em três sistemas: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C6C6E6-7A10-5140-832E-829AD3048B94}"/>
              </a:ext>
            </a:extLst>
          </p:cNvPr>
          <p:cNvSpPr/>
          <p:nvPr/>
        </p:nvSpPr>
        <p:spPr>
          <a:xfrm>
            <a:off x="508000" y="1778000"/>
            <a:ext cx="2540000" cy="2946400"/>
          </a:xfrm>
          <a:prstGeom prst="roundRect">
            <a:avLst/>
          </a:prstGeom>
          <a:solidFill>
            <a:srgbClr val="E9CDC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46E43-1C0D-B540-A2CF-FE41035D9043}"/>
              </a:ext>
            </a:extLst>
          </p:cNvPr>
          <p:cNvSpPr txBox="1"/>
          <p:nvPr/>
        </p:nvSpPr>
        <p:spPr>
          <a:xfrm>
            <a:off x="508000" y="2033657"/>
            <a:ext cx="2540000" cy="70788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pt-BR" sz="4000" b="1" noProof="1">
                <a:solidFill>
                  <a:srgbClr val="5C3F6C"/>
                </a:solidFill>
                <a:latin typeface="Calibri"/>
                <a:cs typeface="Calibri"/>
              </a:rPr>
              <a:t>158.850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96D6AB-0415-F34C-9DEC-B47492D6C87E}"/>
              </a:ext>
            </a:extLst>
          </p:cNvPr>
          <p:cNvSpPr txBox="1"/>
          <p:nvPr/>
        </p:nvSpPr>
        <p:spPr>
          <a:xfrm>
            <a:off x="660400" y="2895600"/>
            <a:ext cx="2235200" cy="64633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pt-BR" b="1" noProof="1">
                <a:solidFill>
                  <a:srgbClr val="3E2A4D"/>
                </a:solidFill>
                <a:latin typeface="Calibri"/>
                <a:cs typeface="Calibri"/>
              </a:rPr>
              <a:t>Atendimentos ambulatoriais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4A2DB-A69A-484E-B296-2EF5CF9A0F23}"/>
              </a:ext>
            </a:extLst>
          </p:cNvPr>
          <p:cNvSpPr txBox="1"/>
          <p:nvPr/>
        </p:nvSpPr>
        <p:spPr>
          <a:xfrm>
            <a:off x="660400" y="39116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400" i="1" noProof="1">
                <a:solidFill>
                  <a:srgbClr val="816095"/>
                </a:solidFill>
                <a:latin typeface="Calibri"/>
                <a:cs typeface="Calibri"/>
              </a:rPr>
              <a:t>consultas e medicamentos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12CDC4-E0C9-F941-9B79-5F65D6E82333}"/>
              </a:ext>
            </a:extLst>
          </p:cNvPr>
          <p:cNvSpPr/>
          <p:nvPr/>
        </p:nvSpPr>
        <p:spPr>
          <a:xfrm>
            <a:off x="3302000" y="1778000"/>
            <a:ext cx="2540000" cy="2946400"/>
          </a:xfrm>
          <a:prstGeom prst="roundRect">
            <a:avLst/>
          </a:prstGeom>
          <a:solidFill>
            <a:srgbClr val="E9CDC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23A49C-487D-FD42-8BA4-CA4E4E43035B}"/>
              </a:ext>
            </a:extLst>
          </p:cNvPr>
          <p:cNvSpPr txBox="1"/>
          <p:nvPr/>
        </p:nvSpPr>
        <p:spPr>
          <a:xfrm>
            <a:off x="3302000" y="2033657"/>
            <a:ext cx="2540000" cy="70788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pt-BR" sz="4000" b="1" noProof="1">
                <a:solidFill>
                  <a:srgbClr val="5C3F6C"/>
                </a:solidFill>
                <a:latin typeface="Calibri"/>
                <a:cs typeface="Calibri"/>
              </a:rPr>
              <a:t>631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EC7B3C-0B5D-594D-8B0C-18F6868B6214}"/>
              </a:ext>
            </a:extLst>
          </p:cNvPr>
          <p:cNvSpPr txBox="1"/>
          <p:nvPr/>
        </p:nvSpPr>
        <p:spPr>
          <a:xfrm>
            <a:off x="3454400" y="2895600"/>
            <a:ext cx="22352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pt-BR" b="1" noProof="1">
                <a:solidFill>
                  <a:srgbClr val="3E2A4D"/>
                </a:solidFill>
                <a:latin typeface="Calibri"/>
                <a:cs typeface="Calibri"/>
              </a:rPr>
              <a:t>Internações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3BBF6-7307-A247-BB44-96CFD483B057}"/>
              </a:ext>
            </a:extLst>
          </p:cNvPr>
          <p:cNvSpPr txBox="1"/>
          <p:nvPr/>
        </p:nvSpPr>
        <p:spPr>
          <a:xfrm>
            <a:off x="3454400" y="39116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400" i="1" noProof="1">
                <a:solidFill>
                  <a:srgbClr val="816095"/>
                </a:solidFill>
                <a:latin typeface="Calibri"/>
                <a:cs typeface="Calibri"/>
              </a:rPr>
              <a:t>casos mais graves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F426019-1A0F-974F-A360-F5184DB104A6}"/>
              </a:ext>
            </a:extLst>
          </p:cNvPr>
          <p:cNvSpPr/>
          <p:nvPr/>
        </p:nvSpPr>
        <p:spPr>
          <a:xfrm>
            <a:off x="6096000" y="1778000"/>
            <a:ext cx="2540000" cy="2946400"/>
          </a:xfrm>
          <a:prstGeom prst="roundRect">
            <a:avLst/>
          </a:prstGeom>
          <a:solidFill>
            <a:srgbClr val="E9CDC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40C6F-FADF-A94E-BB2E-7B9D56E29DF4}"/>
              </a:ext>
            </a:extLst>
          </p:cNvPr>
          <p:cNvSpPr txBox="1"/>
          <p:nvPr/>
        </p:nvSpPr>
        <p:spPr>
          <a:xfrm>
            <a:off x="6096000" y="2033657"/>
            <a:ext cx="2540000" cy="70788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pt-BR" sz="4000" b="1" noProof="1">
                <a:solidFill>
                  <a:srgbClr val="5C3F6C"/>
                </a:solidFill>
                <a:latin typeface="Calibri"/>
                <a:cs typeface="Calibri"/>
              </a:rPr>
              <a:t>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735674-9EE9-7B43-AA18-46839BF7EF88}"/>
              </a:ext>
            </a:extLst>
          </p:cNvPr>
          <p:cNvSpPr txBox="1"/>
          <p:nvPr/>
        </p:nvSpPr>
        <p:spPr>
          <a:xfrm>
            <a:off x="6248400" y="2895600"/>
            <a:ext cx="2235200" cy="64633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pt-BR" b="1" noProof="1">
                <a:solidFill>
                  <a:srgbClr val="3E2A4D"/>
                </a:solidFill>
                <a:latin typeface="Calibri"/>
                <a:cs typeface="Calibri"/>
              </a:rPr>
              <a:t>Óbitos com menção à HS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6FB27E-8AB9-EB46-A6BB-FEA8602144E0}"/>
              </a:ext>
            </a:extLst>
          </p:cNvPr>
          <p:cNvSpPr txBox="1"/>
          <p:nvPr/>
        </p:nvSpPr>
        <p:spPr>
          <a:xfrm>
            <a:off x="6248400" y="3911600"/>
            <a:ext cx="22352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400" i="1" noProof="1">
                <a:solidFill>
                  <a:srgbClr val="816095"/>
                </a:solidFill>
                <a:latin typeface="Calibri"/>
                <a:cs typeface="Calibri"/>
              </a:rPr>
              <a:t>raramente é a causa</a:t>
            </a:r>
          </a:p>
        </p:txBody>
      </p:sp>
    </p:spTree>
    <p:extLst>
      <p:ext uri="{BB962C8B-B14F-4D97-AF65-F5344CB8AC3E}">
        <p14:creationId xmlns:p14="http://schemas.microsoft.com/office/powerpoint/2010/main" val="265540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508000" y="381000"/>
            <a:ext cx="5461000" cy="7112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lang="pt-BR" sz="2250" b="1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O que os números não dizem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8000" y="1219200"/>
            <a:ext cx="5461000" cy="3683000"/>
          </a:xfrm>
        </p:spPr>
        <p:txBody>
          <a:bodyPr/>
          <a:lstStyle/>
          <a:p>
            <a:pPr mar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noProof="1">
                <a:solidFill>
                  <a:srgbClr val="3E2A4D"/>
                </a:solidFill>
                <a:latin typeface="Calibri"/>
                <a:cs typeface="Calibri"/>
              </a:rPr>
              <a:t>•  Eles contam QUEM é atendido — não quantos TÊM a doença.</a:t>
            </a:r>
          </a:p>
          <a:p>
            <a:pPr mar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noProof="1">
                <a:solidFill>
                  <a:srgbClr val="3E2A4D"/>
                </a:solidFill>
                <a:latin typeface="Calibri"/>
                <a:cs typeface="Calibri"/>
              </a:rPr>
              <a:t>•  Muita gente com HS ainda não chegou ao sistema.</a:t>
            </a:r>
          </a:p>
          <a:p>
            <a:pPr mar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noProof="1">
                <a:solidFill>
                  <a:srgbClr val="3E2A4D"/>
                </a:solidFill>
                <a:latin typeface="Calibri"/>
                <a:cs typeface="Calibri"/>
              </a:rPr>
              <a:t>•  Poucos casos num lugar pode significar pouco ACESSO, não pouca doença.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51A5FC-962D-D769-5DED-1E7A515B5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995" y="2211710"/>
            <a:ext cx="3327400" cy="2457450"/>
          </a:xfrm>
          <a:prstGeom prst="rect">
            <a:avLst/>
          </a:prstGeom>
        </p:spPr>
      </p:pic>
      <p:sp>
        <p:nvSpPr>
          <p:cNvPr id="8" name="LabelTip">
            <a:extLst>
              <a:ext uri="{FF2B5EF4-FFF2-40B4-BE49-F238E27FC236}">
                <a16:creationId xmlns:a16="http://schemas.microsoft.com/office/drawing/2014/main" id="{1B38999E-9148-9E4A-8DC0-6AD653C5E3C5}"/>
              </a:ext>
            </a:extLst>
          </p:cNvPr>
          <p:cNvSpPr txBox="1"/>
          <p:nvPr/>
        </p:nvSpPr>
        <p:spPr>
          <a:xfrm>
            <a:off x="7279197" y="2169542"/>
            <a:ext cx="1585168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pt-BR" sz="1500" b="1" noProof="1">
                <a:solidFill>
                  <a:srgbClr val="3E2A4D"/>
                </a:solidFill>
                <a:latin typeface="Calibri"/>
                <a:cs typeface="Calibri"/>
              </a:rPr>
              <a:t>Quem é atendido</a:t>
            </a:r>
          </a:p>
        </p:txBody>
      </p:sp>
      <p:sp>
        <p:nvSpPr>
          <p:cNvPr id="9" name="LabelBase">
            <a:extLst>
              <a:ext uri="{FF2B5EF4-FFF2-40B4-BE49-F238E27FC236}">
                <a16:creationId xmlns:a16="http://schemas.microsoft.com/office/drawing/2014/main" id="{953CA241-D759-FE42-9603-1D845F541557}"/>
              </a:ext>
            </a:extLst>
          </p:cNvPr>
          <p:cNvSpPr txBox="1"/>
          <p:nvPr/>
        </p:nvSpPr>
        <p:spPr>
          <a:xfrm>
            <a:off x="5436096" y="4173190"/>
            <a:ext cx="1656184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 noProof="1">
                <a:solidFill>
                  <a:srgbClr val="3E2A4D"/>
                </a:solidFill>
                <a:latin typeface="Calibri"/>
                <a:cs typeface="Calibri"/>
              </a:rPr>
              <a:t>Quem ainda não </a:t>
            </a:r>
          </a:p>
          <a:p>
            <a:pPr algn="l"/>
            <a:r>
              <a:rPr lang="pt-BR" sz="1400" b="1" noProof="1">
                <a:solidFill>
                  <a:srgbClr val="3E2A4D"/>
                </a:solidFill>
                <a:latin typeface="Calibri"/>
                <a:cs typeface="Calibri"/>
              </a:rPr>
              <a:t>chegou ao sistema</a:t>
            </a:r>
          </a:p>
        </p:txBody>
      </p:sp>
    </p:spTree>
    <p:extLst>
      <p:ext uri="{BB962C8B-B14F-4D97-AF65-F5344CB8AC3E}">
        <p14:creationId xmlns:p14="http://schemas.microsoft.com/office/powerpoint/2010/main" val="1672246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lha de Páscoa: a parábola moderna da autodestruição - Mar Sem Fim">
            <a:extLst>
              <a:ext uri="{FF2B5EF4-FFF2-40B4-BE49-F238E27FC236}">
                <a16:creationId xmlns:a16="http://schemas.microsoft.com/office/drawing/2014/main" id="{1F6FF533-3A64-F624-5C1E-B24DDFE79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603881"/>
            <a:ext cx="6912768" cy="393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73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38A6185-3831-5DD3-EC1A-1E6CC709E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609082"/>
            <a:ext cx="2612132" cy="392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ha de Páscoa: a lenta destruição das estátuas gigantes - BBC News Brasil">
            <a:extLst>
              <a:ext uri="{FF2B5EF4-FFF2-40B4-BE49-F238E27FC236}">
                <a16:creationId xmlns:a16="http://schemas.microsoft.com/office/drawing/2014/main" id="{B04E10E7-B97A-F5FD-5AEE-DD1F9C1B8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650" y="2767135"/>
            <a:ext cx="3141834" cy="1767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lha de Páscoa: a parábola moderna da autodestruição - Mar Sem Fim">
            <a:extLst>
              <a:ext uri="{FF2B5EF4-FFF2-40B4-BE49-F238E27FC236}">
                <a16:creationId xmlns:a16="http://schemas.microsoft.com/office/drawing/2014/main" id="{63872B2F-7590-377E-3ECC-5A65D7C3C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650" y="609082"/>
            <a:ext cx="3141834" cy="207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051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1485900" y="290794"/>
            <a:ext cx="6172200" cy="685800"/>
          </a:xfrm>
        </p:spPr>
        <p:txBody>
          <a:bodyPr/>
          <a:lstStyle/>
          <a:p>
            <a:pPr marL="0" algn="ctr">
              <a:spcBef>
                <a:spcPts val="0"/>
              </a:spcBef>
              <a:buNone/>
            </a:pPr>
            <a:r>
              <a:rPr lang="pt-BR" sz="2250" b="1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Quem é o paciente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1907704" y="1097161"/>
            <a:ext cx="5829300" cy="349686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1451599" y="4698206"/>
            <a:ext cx="5898356" cy="342900"/>
          </a:xfrm>
        </p:spPr>
        <p:txBody>
          <a:bodyPr/>
          <a:lstStyle/>
          <a:p>
            <a:pPr marL="0" algn="ctr">
              <a:spcBef>
                <a:spcPts val="0"/>
              </a:spcBef>
              <a:buNone/>
            </a:pPr>
            <a:r>
              <a:rPr lang="pt-BR" sz="1200" noProof="1">
                <a:solidFill>
                  <a:srgbClr val="816095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A maioria são mulheres adultas jovens.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1485900" y="273844"/>
            <a:ext cx="6172200" cy="685800"/>
          </a:xfrm>
        </p:spPr>
        <p:txBody>
          <a:bodyPr/>
          <a:lstStyle/>
          <a:p>
            <a:pPr marL="0" algn="ctr">
              <a:spcBef>
                <a:spcPts val="0"/>
              </a:spcBef>
              <a:buNone/>
            </a:pPr>
            <a:r>
              <a:rPr lang="pt-BR" sz="2250" b="1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Onde você mora muda o seu acesso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2051720" y="959644"/>
            <a:ext cx="5829300" cy="349686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1622822" y="4698206"/>
            <a:ext cx="5898356" cy="3429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lang="pt-BR" sz="1200" noProof="1">
                <a:solidFill>
                  <a:srgbClr val="816095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Quanto mais escuro, mais HS é encontrada. O cuidado não está distribuído de forma justa.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508000" y="711200"/>
            <a:ext cx="3810000" cy="19050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lang="pt-BR" sz="2800" b="1" noProof="1">
                <a:solidFill>
                  <a:srgbClr val="3E2A4D"/>
                </a:solidFill>
                <a:latin typeface="Calibri"/>
                <a:cs typeface="Calibri"/>
              </a:rPr>
              <a:t>Cada vez mais pessoas sendo atendidas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641578" y="2427734"/>
            <a:ext cx="2551832" cy="15240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lang="pt-BR" sz="1800" noProof="1">
                <a:solidFill>
                  <a:srgbClr val="816095"/>
                </a:solidFill>
                <a:latin typeface="Calibri"/>
                <a:cs typeface="Calibri"/>
              </a:rPr>
              <a:t>Mais pessoas estão sendo vistas pelo SUS — um sinal de que a doença vem sendo mais reconhecida.</a:t>
            </a:r>
          </a:p>
        </p:txBody>
      </p:sp>
      <p:pic>
        <p:nvPicPr>
          <p:cNvPr id="5" name="Picture 4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07FDE3AE-3B5A-F28C-411C-565A8236C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644" y="1275398"/>
            <a:ext cx="5530560" cy="331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0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purple and white lines&#10;&#10;AI-generated content may be incorrect.">
            <a:extLst>
              <a:ext uri="{FF2B5EF4-FFF2-40B4-BE49-F238E27FC236}">
                <a16:creationId xmlns:a16="http://schemas.microsoft.com/office/drawing/2014/main" id="{C1332A6F-1CBA-42F2-F5E7-4C8C516DD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7"/>
          <a:stretch>
            <a:fillRect/>
          </a:stretch>
        </p:blipFill>
        <p:spPr>
          <a:xfrm>
            <a:off x="3203848" y="85489"/>
            <a:ext cx="5387684" cy="4646501"/>
          </a:xfrm>
          <a:prstGeom prst="rect">
            <a:avLst/>
          </a:prstGeom>
        </p:spPr>
      </p:pic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0D409A08-99F8-F2A9-1160-504C194B2B75}"/>
              </a:ext>
            </a:extLst>
          </p:cNvPr>
          <p:cNvSpPr txBox="1">
            <a:spLocks/>
          </p:cNvSpPr>
          <p:nvPr/>
        </p:nvSpPr>
        <p:spPr>
          <a:xfrm>
            <a:off x="395536" y="411510"/>
            <a:ext cx="2551832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E2A4D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sz="2800" b="1" noProof="1">
                <a:latin typeface="Calibri"/>
                <a:cs typeface="Calibri"/>
              </a:rPr>
              <a:t>Onde o paciente de HS é atendido?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A88F1B4-47E7-005E-983F-49ACC9355487}"/>
              </a:ext>
            </a:extLst>
          </p:cNvPr>
          <p:cNvSpPr txBox="1">
            <a:spLocks/>
          </p:cNvSpPr>
          <p:nvPr/>
        </p:nvSpPr>
        <p:spPr>
          <a:xfrm>
            <a:off x="395536" y="2288911"/>
            <a:ext cx="2551832" cy="152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E2A4D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sz="1800" noProof="1">
                <a:solidFill>
                  <a:srgbClr val="816095"/>
                </a:solidFill>
                <a:latin typeface="Calibri"/>
                <a:cs typeface="Calibri"/>
              </a:rPr>
              <a:t>Percentual de pessoas atendidas no no próprio município vs. fora dele.</a:t>
            </a:r>
          </a:p>
        </p:txBody>
      </p:sp>
    </p:spTree>
    <p:extLst>
      <p:ext uri="{BB962C8B-B14F-4D97-AF65-F5344CB8AC3E}">
        <p14:creationId xmlns:p14="http://schemas.microsoft.com/office/powerpoint/2010/main" val="2760555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purple and white lines&#10;&#10;AI-generated content may be incorrect.">
            <a:extLst>
              <a:ext uri="{FF2B5EF4-FFF2-40B4-BE49-F238E27FC236}">
                <a16:creationId xmlns:a16="http://schemas.microsoft.com/office/drawing/2014/main" id="{30AD5A92-F4EF-EEA5-EDEE-1651D26C5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91441"/>
            <a:ext cx="7772400" cy="505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49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1143002" y="4731544"/>
            <a:ext cx="5898356" cy="342900"/>
          </a:xfrm>
        </p:spPr>
        <p:txBody>
          <a:bodyPr>
            <a:normAutofit fontScale="85000" lnSpcReduction="10000"/>
          </a:bodyPr>
          <a:lstStyle/>
          <a:p>
            <a:pPr marL="0" algn="ctr">
              <a:spcBef>
                <a:spcPts val="0"/>
              </a:spcBef>
              <a:buNone/>
            </a:pPr>
            <a:r>
              <a:rPr lang="pt-BR" sz="1200" noProof="1">
                <a:solidFill>
                  <a:srgbClr val="816095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O SUS migrou do medicamento de referência para versões biossimilares (equivalentes e mais econômicas).</a:t>
            </a:r>
          </a:p>
        </p:txBody>
      </p:sp>
      <p:pic>
        <p:nvPicPr>
          <p:cNvPr id="6" name="Picture 5" descr="A map of the world with different colored states&#10;&#10;AI-generated content may be incorrect.">
            <a:extLst>
              <a:ext uri="{FF2B5EF4-FFF2-40B4-BE49-F238E27FC236}">
                <a16:creationId xmlns:a16="http://schemas.microsoft.com/office/drawing/2014/main" id="{E185989D-A7A0-4955-0085-9DF817B4A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321"/>
            <a:ext cx="7772400" cy="46538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1143000" y="273844"/>
            <a:ext cx="6172200" cy="6858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lang="pt-BR" sz="2250" b="1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A doença pesa pelo dia a 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43002" y="1165622"/>
            <a:ext cx="5898356" cy="3565922"/>
          </a:xfrm>
        </p:spPr>
        <p:txBody>
          <a:bodyPr/>
          <a:lstStyle/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650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A HS quase não aparece como causa de morte.</a:t>
            </a:r>
          </a:p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650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Ela pesa pelo sofrimento crônico, pelo custo e pela qualidade de vida.</a:t>
            </a:r>
          </a:p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650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A complexidade do paciente (outras condições) muitas vezes nem é registrada.</a:t>
            </a:r>
          </a:p>
          <a:p>
            <a:pPr marL="0">
              <a:spcBef>
                <a:spcPts val="0"/>
              </a:spcBef>
              <a:spcAft>
                <a:spcPts val="750"/>
              </a:spcAft>
              <a:buNone/>
            </a:pPr>
            <a:r>
              <a:rPr lang="pt-BR" sz="1650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Sua história completa nem sempre é anotada pelo sistema.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508000" y="279400"/>
            <a:ext cx="8128000" cy="5588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lang="pt-BR" sz="2250" b="1" noProof="1">
                <a:solidFill>
                  <a:srgbClr val="3E2A4D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O que pode (e precisa) melhorar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2F776BE-53FB-4448-B8A2-BB6E6302C53B}"/>
              </a:ext>
            </a:extLst>
          </p:cNvPr>
          <p:cNvSpPr/>
          <p:nvPr/>
        </p:nvSpPr>
        <p:spPr>
          <a:xfrm>
            <a:off x="457200" y="1092200"/>
            <a:ext cx="1905000" cy="3810000"/>
          </a:xfrm>
          <a:prstGeom prst="roundRect">
            <a:avLst/>
          </a:prstGeom>
          <a:solidFill>
            <a:srgbClr val="E9CDC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122F1E-8C4F-EF47-8315-D2EE6A64CD79}"/>
              </a:ext>
            </a:extLst>
          </p:cNvPr>
          <p:cNvSpPr/>
          <p:nvPr/>
        </p:nvSpPr>
        <p:spPr>
          <a:xfrm>
            <a:off x="990600" y="1397000"/>
            <a:ext cx="838200" cy="838200"/>
          </a:xfrm>
          <a:prstGeom prst="ellipse">
            <a:avLst/>
          </a:prstGeom>
          <a:solidFill>
            <a:srgbClr val="5C3F6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F82ABDF3-6DBA-304C-9C7E-0CB69CCF2755}"/>
              </a:ext>
            </a:extLst>
          </p:cNvPr>
          <p:cNvSpPr/>
          <p:nvPr/>
        </p:nvSpPr>
        <p:spPr>
          <a:xfrm>
            <a:off x="1231900" y="1638300"/>
            <a:ext cx="355600" cy="355600"/>
          </a:xfrm>
          <a:prstGeom prst="plus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4077C-9352-9C40-AD2D-BD5ED6EE9E0C}"/>
              </a:ext>
            </a:extLst>
          </p:cNvPr>
          <p:cNvSpPr txBox="1"/>
          <p:nvPr/>
        </p:nvSpPr>
        <p:spPr>
          <a:xfrm>
            <a:off x="584200" y="2413000"/>
            <a:ext cx="1651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600" b="1" noProof="1">
                <a:solidFill>
                  <a:srgbClr val="3E2A4D"/>
                </a:solidFill>
                <a:latin typeface="Calibri"/>
                <a:cs typeface="Calibri"/>
              </a:rPr>
              <a:t>Diagnóstico na
porta de entrada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75594-DEFF-3145-9E56-16C397D0828A}"/>
              </a:ext>
            </a:extLst>
          </p:cNvPr>
          <p:cNvSpPr txBox="1"/>
          <p:nvPr/>
        </p:nvSpPr>
        <p:spPr>
          <a:xfrm>
            <a:off x="584200" y="3352800"/>
            <a:ext cx="1651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400" noProof="1">
                <a:solidFill>
                  <a:srgbClr val="5C3F6C"/>
                </a:solidFill>
                <a:latin typeface="Calibri"/>
                <a:cs typeface="Calibri"/>
              </a:rPr>
              <a:t>capacitar a atenção básica a reconhecer a HS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A894C7D-4538-B443-B524-35915B0BC7AB}"/>
              </a:ext>
            </a:extLst>
          </p:cNvPr>
          <p:cNvSpPr/>
          <p:nvPr/>
        </p:nvSpPr>
        <p:spPr>
          <a:xfrm>
            <a:off x="2565400" y="1092200"/>
            <a:ext cx="1905000" cy="3810000"/>
          </a:xfrm>
          <a:prstGeom prst="roundRect">
            <a:avLst/>
          </a:prstGeom>
          <a:solidFill>
            <a:srgbClr val="E9CDC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C4B036-72CF-4447-B3AD-C21CC04481D2}"/>
              </a:ext>
            </a:extLst>
          </p:cNvPr>
          <p:cNvSpPr/>
          <p:nvPr/>
        </p:nvSpPr>
        <p:spPr>
          <a:xfrm>
            <a:off x="3098800" y="1397000"/>
            <a:ext cx="838200" cy="838200"/>
          </a:xfrm>
          <a:prstGeom prst="ellipse">
            <a:avLst/>
          </a:prstGeom>
          <a:solidFill>
            <a:srgbClr val="5C3F6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11" name="Lightning Bolt 10">
            <a:extLst>
              <a:ext uri="{FF2B5EF4-FFF2-40B4-BE49-F238E27FC236}">
                <a16:creationId xmlns:a16="http://schemas.microsoft.com/office/drawing/2014/main" id="{09884EC8-DE05-4F45-9EDD-4CD35C52A6E6}"/>
              </a:ext>
            </a:extLst>
          </p:cNvPr>
          <p:cNvSpPr/>
          <p:nvPr/>
        </p:nvSpPr>
        <p:spPr>
          <a:xfrm>
            <a:off x="3340100" y="1638300"/>
            <a:ext cx="355600" cy="355600"/>
          </a:xfrm>
          <a:prstGeom prst="lightningBol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5A08D9-7617-7A44-9C64-847F7764B5C4}"/>
              </a:ext>
            </a:extLst>
          </p:cNvPr>
          <p:cNvSpPr txBox="1"/>
          <p:nvPr/>
        </p:nvSpPr>
        <p:spPr>
          <a:xfrm>
            <a:off x="2692400" y="2413000"/>
            <a:ext cx="1651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600" b="1" noProof="1">
                <a:solidFill>
                  <a:srgbClr val="3E2A4D"/>
                </a:solidFill>
                <a:latin typeface="Calibri"/>
                <a:cs typeface="Calibri"/>
              </a:rPr>
              <a:t>Teledermatologia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41985-C72A-2140-AF42-EA0854E04F72}"/>
              </a:ext>
            </a:extLst>
          </p:cNvPr>
          <p:cNvSpPr txBox="1"/>
          <p:nvPr/>
        </p:nvSpPr>
        <p:spPr>
          <a:xfrm>
            <a:off x="2692400" y="3352800"/>
            <a:ext cx="1651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400" noProof="1">
                <a:solidFill>
                  <a:srgbClr val="5C3F6C"/>
                </a:solidFill>
                <a:latin typeface="Calibri"/>
                <a:cs typeface="Calibri"/>
              </a:rPr>
              <a:t>levar o especialista a quem está longe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9473CB-132D-6E41-AE51-74CDDE4C56BC}"/>
              </a:ext>
            </a:extLst>
          </p:cNvPr>
          <p:cNvSpPr/>
          <p:nvPr/>
        </p:nvSpPr>
        <p:spPr>
          <a:xfrm>
            <a:off x="4673600" y="1092200"/>
            <a:ext cx="1905000" cy="3810000"/>
          </a:xfrm>
          <a:prstGeom prst="roundRect">
            <a:avLst/>
          </a:prstGeom>
          <a:solidFill>
            <a:srgbClr val="E9CDC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A71505-F42A-0A40-AB41-4ECD39F18B13}"/>
              </a:ext>
            </a:extLst>
          </p:cNvPr>
          <p:cNvSpPr/>
          <p:nvPr/>
        </p:nvSpPr>
        <p:spPr>
          <a:xfrm>
            <a:off x="5207000" y="1397000"/>
            <a:ext cx="838200" cy="838200"/>
          </a:xfrm>
          <a:prstGeom prst="ellipse">
            <a:avLst/>
          </a:prstGeom>
          <a:solidFill>
            <a:srgbClr val="5C3F6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16" name="Heart 15">
            <a:extLst>
              <a:ext uri="{FF2B5EF4-FFF2-40B4-BE49-F238E27FC236}">
                <a16:creationId xmlns:a16="http://schemas.microsoft.com/office/drawing/2014/main" id="{CCF24A98-D350-A846-B7B7-FAC7FFD4067F}"/>
              </a:ext>
            </a:extLst>
          </p:cNvPr>
          <p:cNvSpPr/>
          <p:nvPr/>
        </p:nvSpPr>
        <p:spPr>
          <a:xfrm>
            <a:off x="5448300" y="1638300"/>
            <a:ext cx="355600" cy="355600"/>
          </a:xfrm>
          <a:prstGeom prst="hear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4BDBC-5688-644C-901D-5C219E7CC097}"/>
              </a:ext>
            </a:extLst>
          </p:cNvPr>
          <p:cNvSpPr txBox="1"/>
          <p:nvPr/>
        </p:nvSpPr>
        <p:spPr>
          <a:xfrm>
            <a:off x="4800600" y="2413000"/>
            <a:ext cx="1651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600" b="1" noProof="1">
                <a:solidFill>
                  <a:srgbClr val="3E2A4D"/>
                </a:solidFill>
                <a:latin typeface="Calibri"/>
                <a:cs typeface="Calibri"/>
              </a:rPr>
              <a:t>Acesso justo ao
medicamento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52B20-9ED1-6E49-862C-1D0425A92B26}"/>
              </a:ext>
            </a:extLst>
          </p:cNvPr>
          <p:cNvSpPr txBox="1"/>
          <p:nvPr/>
        </p:nvSpPr>
        <p:spPr>
          <a:xfrm>
            <a:off x="4800600" y="3352800"/>
            <a:ext cx="1651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400" noProof="1">
                <a:solidFill>
                  <a:srgbClr val="5C3F6C"/>
                </a:solidFill>
                <a:latin typeface="Calibri"/>
                <a:cs typeface="Calibri"/>
              </a:rPr>
              <a:t>o mesmo tratamento em todas as regiões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F030D37-31DF-864C-B1A8-06B0F39F2F83}"/>
              </a:ext>
            </a:extLst>
          </p:cNvPr>
          <p:cNvSpPr/>
          <p:nvPr/>
        </p:nvSpPr>
        <p:spPr>
          <a:xfrm>
            <a:off x="6781800" y="1092200"/>
            <a:ext cx="1905000" cy="3810000"/>
          </a:xfrm>
          <a:prstGeom prst="roundRect">
            <a:avLst/>
          </a:prstGeom>
          <a:solidFill>
            <a:srgbClr val="E9CDC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4CA875-AC04-0A40-9A88-223590802D64}"/>
              </a:ext>
            </a:extLst>
          </p:cNvPr>
          <p:cNvSpPr/>
          <p:nvPr/>
        </p:nvSpPr>
        <p:spPr>
          <a:xfrm>
            <a:off x="7315200" y="1397000"/>
            <a:ext cx="838200" cy="838200"/>
          </a:xfrm>
          <a:prstGeom prst="ellipse">
            <a:avLst/>
          </a:prstGeom>
          <a:solidFill>
            <a:srgbClr val="5C3F6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21" name="Rectangular Callout 20">
            <a:extLst>
              <a:ext uri="{FF2B5EF4-FFF2-40B4-BE49-F238E27FC236}">
                <a16:creationId xmlns:a16="http://schemas.microsoft.com/office/drawing/2014/main" id="{CECB3B26-91BD-F042-B686-2F7C70C9950A}"/>
              </a:ext>
            </a:extLst>
          </p:cNvPr>
          <p:cNvSpPr/>
          <p:nvPr/>
        </p:nvSpPr>
        <p:spPr>
          <a:xfrm>
            <a:off x="7556500" y="1638300"/>
            <a:ext cx="355600" cy="355600"/>
          </a:xfrm>
          <a:prstGeom prst="wedgeRectCallou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noProof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04390B-9AC6-7841-884B-F10E76BCD4B2}"/>
              </a:ext>
            </a:extLst>
          </p:cNvPr>
          <p:cNvSpPr txBox="1"/>
          <p:nvPr/>
        </p:nvSpPr>
        <p:spPr>
          <a:xfrm>
            <a:off x="6908800" y="2413000"/>
            <a:ext cx="1651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600" b="1" noProof="1">
                <a:solidFill>
                  <a:srgbClr val="3E2A4D"/>
                </a:solidFill>
                <a:latin typeface="Calibri"/>
                <a:cs typeface="Calibri"/>
              </a:rPr>
              <a:t>Ouvir o
paciente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9BA4D5-6F24-954A-8718-4F852E6ECC70}"/>
              </a:ext>
            </a:extLst>
          </p:cNvPr>
          <p:cNvSpPr txBox="1"/>
          <p:nvPr/>
        </p:nvSpPr>
        <p:spPr>
          <a:xfrm>
            <a:off x="6908800" y="3352800"/>
            <a:ext cx="1651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400" noProof="1">
                <a:solidFill>
                  <a:srgbClr val="5C3F6C"/>
                </a:solidFill>
                <a:latin typeface="Calibri"/>
                <a:cs typeface="Calibri"/>
              </a:rPr>
              <a:t>registrar sua história por completo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5C3F6C"/>
          </a:solidFill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8000" y="1778000"/>
            <a:ext cx="8128000" cy="1143000"/>
          </a:xfrm>
        </p:spPr>
        <p:txBody>
          <a:bodyPr/>
          <a:lstStyle/>
          <a:p>
            <a:pPr marL="0" algn="ctr">
              <a:spcBef>
                <a:spcPts val="0"/>
              </a:spcBef>
              <a:buNone/>
            </a:pPr>
            <a:r>
              <a:rPr lang="pt-BR" sz="4400" b="1" noProof="1">
                <a:solidFill>
                  <a:srgbClr val="FFFFFF"/>
                </a:solidFill>
                <a:latin typeface="Calibri"/>
                <a:cs typeface="Calibri"/>
              </a:rPr>
              <a:t>Vocês não são números.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1016000" y="3048000"/>
            <a:ext cx="7112000" cy="1016000"/>
          </a:xfrm>
        </p:spPr>
        <p:txBody>
          <a:bodyPr/>
          <a:lstStyle/>
          <a:p>
            <a:pPr marL="0" algn="ctr">
              <a:spcBef>
                <a:spcPts val="0"/>
              </a:spcBef>
              <a:buNone/>
            </a:pPr>
            <a:r>
              <a:rPr lang="pt-BR" sz="2000" noProof="1">
                <a:solidFill>
                  <a:srgbClr val="E9CDC9"/>
                </a:solidFill>
                <a:latin typeface="Calibri"/>
                <a:cs typeface="Calibri"/>
              </a:rPr>
              <a:t>Por trás de cada gráfico há cidadãos com direito à atenção do sistema de saúde.</a:t>
            </a:r>
          </a:p>
        </p:txBody>
      </p:sp>
    </p:spTree>
    <p:extLst>
      <p:ext uri="{BB962C8B-B14F-4D97-AF65-F5344CB8AC3E}">
        <p14:creationId xmlns:p14="http://schemas.microsoft.com/office/powerpoint/2010/main" val="4153916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 [1780792965722]">
  <a:themeElements>
    <a:clrScheme name="Office">
      <a:dk1>
        <a:srgbClr val="3E2A4D"/>
      </a:dk1>
      <a:lt1>
        <a:srgbClr val="FFFFFF"/>
      </a:lt1>
      <a:dk2>
        <a:srgbClr val="5C3F6C"/>
      </a:dk2>
      <a:lt2>
        <a:srgbClr val="E9CDC9"/>
      </a:lt2>
      <a:accent1>
        <a:srgbClr val="5C3F6C"/>
      </a:accent1>
      <a:accent2>
        <a:srgbClr val="816095"/>
      </a:accent2>
      <a:accent3>
        <a:srgbClr val="A87FA8"/>
      </a:accent3>
      <a:accent4>
        <a:srgbClr val="D8B4C4"/>
      </a:accent4>
      <a:accent5>
        <a:srgbClr val="E9CDC9"/>
      </a:accent5>
      <a:accent6>
        <a:srgbClr val="3E2A4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8233705-64C5-4844-B751-7E57E38C5CC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101fe85-4440-4905-bcf7-957ab396c0c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2218</TotalTime>
  <Words>898</Words>
  <Application>Microsoft Macintosh PowerPoint</Application>
  <PresentationFormat>On-screen Show (16:9)</PresentationFormat>
  <Paragraphs>86</Paragraphs>
  <Slides>16</Slides>
  <Notes>11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 [1780792965722]</vt:lpstr>
      <vt:lpstr>PowerPoint Presentation</vt:lpstr>
      <vt:lpstr>PowerPoint Presentation</vt:lpstr>
      <vt:lpstr>O caminho do paciente com HS no SUS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ronald moura</cp:lastModifiedBy>
  <cp:revision>8</cp:revision>
  <dcterms:created xsi:type="dcterms:W3CDTF">2017-02-13T16:18:36Z</dcterms:created>
  <dcterms:modified xsi:type="dcterms:W3CDTF">2026-06-08T13:29:30Z</dcterms:modified>
  <cp:category/>
</cp:coreProperties>
</file>